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4" r:id="rId3"/>
    <p:sldMasterId id="2147483699" r:id="rId4"/>
  </p:sldMasterIdLst>
  <p:notesMasterIdLst>
    <p:notesMasterId r:id="rId37"/>
  </p:notesMasterIdLst>
  <p:handoutMasterIdLst>
    <p:handoutMasterId r:id="rId38"/>
  </p:handoutMasterIdLst>
  <p:sldIdLst>
    <p:sldId id="282" r:id="rId5"/>
    <p:sldId id="285" r:id="rId6"/>
    <p:sldId id="257" r:id="rId7"/>
    <p:sldId id="258" r:id="rId8"/>
    <p:sldId id="280" r:id="rId9"/>
    <p:sldId id="286" r:id="rId10"/>
    <p:sldId id="287" r:id="rId11"/>
    <p:sldId id="288" r:id="rId12"/>
    <p:sldId id="289" r:id="rId13"/>
    <p:sldId id="263" r:id="rId14"/>
    <p:sldId id="265" r:id="rId15"/>
    <p:sldId id="267" r:id="rId16"/>
    <p:sldId id="268" r:id="rId17"/>
    <p:sldId id="331" r:id="rId18"/>
    <p:sldId id="345" r:id="rId19"/>
    <p:sldId id="346" r:id="rId20"/>
    <p:sldId id="347" r:id="rId21"/>
    <p:sldId id="348" r:id="rId22"/>
    <p:sldId id="349" r:id="rId23"/>
    <p:sldId id="279" r:id="rId24"/>
    <p:sldId id="334" r:id="rId25"/>
    <p:sldId id="336" r:id="rId26"/>
    <p:sldId id="350" r:id="rId27"/>
    <p:sldId id="351" r:id="rId28"/>
    <p:sldId id="352" r:id="rId29"/>
    <p:sldId id="353" r:id="rId30"/>
    <p:sldId id="277" r:id="rId31"/>
    <p:sldId id="276" r:id="rId32"/>
    <p:sldId id="304" r:id="rId33"/>
    <p:sldId id="343" r:id="rId34"/>
    <p:sldId id="344" r:id="rId35"/>
    <p:sldId id="327" r:id="rId36"/>
  </p:sldIdLst>
  <p:sldSz cx="12192000" cy="6858000"/>
  <p:notesSz cx="6858000" cy="9144000"/>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9" d="100"/>
          <a:sy n="69" d="100"/>
        </p:scale>
        <p:origin x="5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notesMaster" Target="notesMasters/notes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D8ADC3-DB64-4AB9-B0BD-6AE1F43FB7CB}"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D111EE-544F-482E-9D02-BBF229B7888C}" type="slidenum">
              <a:rPr lang="en-IN" smtClean="0"/>
            </a:fld>
            <a:endParaRPr lang="en-IN"/>
          </a:p>
        </p:txBody>
      </p:sp>
    </p:spTree>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5ABA89-425F-4723-84D5-3C64D59B2DFB}"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BB047C-FBB4-4F87-9508-C54A5D12809A}" type="slidenum">
              <a:rPr lang="en-IN" smtClean="0"/>
            </a:fld>
            <a:endParaRPr lang="en-IN"/>
          </a:p>
        </p:txBody>
      </p:sp>
    </p:spTree>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anchor="b">
            <a:noAutofit/>
          </a:bodyPr>
          <a:lstStyle>
            <a:lvl1pPr lvl="0" algn="ctr">
              <a:spcBef>
                <a:spcPts val="0"/>
              </a:spcBef>
              <a:spcAft>
                <a:spcPts val="0"/>
              </a:spcAft>
              <a:buSzPts val="5200"/>
              <a:buNone/>
              <a:defRPr sz="6935"/>
            </a:lvl1pPr>
            <a:lvl2pPr lvl="1" algn="ctr">
              <a:spcBef>
                <a:spcPts val="0"/>
              </a:spcBef>
              <a:spcAft>
                <a:spcPts val="0"/>
              </a:spcAft>
              <a:buSzPts val="5200"/>
              <a:buNone/>
              <a:defRPr sz="6935"/>
            </a:lvl2pPr>
            <a:lvl3pPr lvl="2" algn="ctr">
              <a:spcBef>
                <a:spcPts val="0"/>
              </a:spcBef>
              <a:spcAft>
                <a:spcPts val="0"/>
              </a:spcAft>
              <a:buSzPts val="5200"/>
              <a:buNone/>
              <a:defRPr sz="6935"/>
            </a:lvl3pPr>
            <a:lvl4pPr lvl="3" algn="ctr">
              <a:spcBef>
                <a:spcPts val="0"/>
              </a:spcBef>
              <a:spcAft>
                <a:spcPts val="0"/>
              </a:spcAft>
              <a:buSzPts val="5200"/>
              <a:buNone/>
              <a:defRPr sz="6935"/>
            </a:lvl4pPr>
            <a:lvl5pPr lvl="4" algn="ctr">
              <a:spcBef>
                <a:spcPts val="0"/>
              </a:spcBef>
              <a:spcAft>
                <a:spcPts val="0"/>
              </a:spcAft>
              <a:buSzPts val="5200"/>
              <a:buNone/>
              <a:defRPr sz="6935"/>
            </a:lvl5pPr>
            <a:lvl6pPr lvl="5" algn="ctr">
              <a:spcBef>
                <a:spcPts val="0"/>
              </a:spcBef>
              <a:spcAft>
                <a:spcPts val="0"/>
              </a:spcAft>
              <a:buSzPts val="5200"/>
              <a:buNone/>
              <a:defRPr sz="6935"/>
            </a:lvl6pPr>
            <a:lvl7pPr lvl="6" algn="ctr">
              <a:spcBef>
                <a:spcPts val="0"/>
              </a:spcBef>
              <a:spcAft>
                <a:spcPts val="0"/>
              </a:spcAft>
              <a:buSzPts val="5200"/>
              <a:buNone/>
              <a:defRPr sz="6935"/>
            </a:lvl7pPr>
            <a:lvl8pPr lvl="7" algn="ctr">
              <a:spcBef>
                <a:spcPts val="0"/>
              </a:spcBef>
              <a:spcAft>
                <a:spcPts val="0"/>
              </a:spcAft>
              <a:buSzPts val="5200"/>
              <a:buNone/>
              <a:defRPr sz="6935"/>
            </a:lvl8pPr>
            <a:lvl9pPr lvl="8" algn="ctr">
              <a:spcBef>
                <a:spcPts val="0"/>
              </a:spcBef>
              <a:spcAft>
                <a:spcPts val="0"/>
              </a:spcAft>
              <a:buSzPts val="5200"/>
              <a:buNone/>
              <a:defRPr sz="6935"/>
            </a:lvl9pPr>
          </a:lstStyle>
          <a:p>
            <a:r>
              <a:rPr lang="en-US"/>
              <a:t>Click to edit Master title style</a:t>
            </a:r>
            <a:endParaRPr lang="en-US"/>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a:noAutofit/>
          </a:bodyPr>
          <a:lstStyle>
            <a:lvl1pPr lvl="0" algn="ctr">
              <a:lnSpc>
                <a:spcPct val="100000"/>
              </a:lnSpc>
              <a:spcBef>
                <a:spcPts val="0"/>
              </a:spcBef>
              <a:spcAft>
                <a:spcPts val="0"/>
              </a:spcAft>
              <a:buSzPts val="2800"/>
              <a:buNone/>
              <a:defRPr sz="3735"/>
            </a:lvl1pPr>
            <a:lvl2pPr lvl="1" algn="ctr">
              <a:lnSpc>
                <a:spcPct val="100000"/>
              </a:lnSpc>
              <a:spcBef>
                <a:spcPts val="0"/>
              </a:spcBef>
              <a:spcAft>
                <a:spcPts val="0"/>
              </a:spcAft>
              <a:buSzPts val="2800"/>
              <a:buNone/>
              <a:defRPr sz="3735"/>
            </a:lvl2pPr>
            <a:lvl3pPr lvl="2" algn="ctr">
              <a:lnSpc>
                <a:spcPct val="100000"/>
              </a:lnSpc>
              <a:spcBef>
                <a:spcPts val="0"/>
              </a:spcBef>
              <a:spcAft>
                <a:spcPts val="0"/>
              </a:spcAft>
              <a:buSzPts val="2800"/>
              <a:buNone/>
              <a:defRPr sz="3735"/>
            </a:lvl3pPr>
            <a:lvl4pPr lvl="3" algn="ctr">
              <a:lnSpc>
                <a:spcPct val="100000"/>
              </a:lnSpc>
              <a:spcBef>
                <a:spcPts val="0"/>
              </a:spcBef>
              <a:spcAft>
                <a:spcPts val="0"/>
              </a:spcAft>
              <a:buSzPts val="2800"/>
              <a:buNone/>
              <a:defRPr sz="3735"/>
            </a:lvl4pPr>
            <a:lvl5pPr lvl="4" algn="ctr">
              <a:lnSpc>
                <a:spcPct val="100000"/>
              </a:lnSpc>
              <a:spcBef>
                <a:spcPts val="0"/>
              </a:spcBef>
              <a:spcAft>
                <a:spcPts val="0"/>
              </a:spcAft>
              <a:buSzPts val="2800"/>
              <a:buNone/>
              <a:defRPr sz="3735"/>
            </a:lvl5pPr>
            <a:lvl6pPr lvl="5" algn="ctr">
              <a:lnSpc>
                <a:spcPct val="100000"/>
              </a:lnSpc>
              <a:spcBef>
                <a:spcPts val="0"/>
              </a:spcBef>
              <a:spcAft>
                <a:spcPts val="0"/>
              </a:spcAft>
              <a:buSzPts val="2800"/>
              <a:buNone/>
              <a:defRPr sz="3735"/>
            </a:lvl6pPr>
            <a:lvl7pPr lvl="6" algn="ctr">
              <a:lnSpc>
                <a:spcPct val="100000"/>
              </a:lnSpc>
              <a:spcBef>
                <a:spcPts val="0"/>
              </a:spcBef>
              <a:spcAft>
                <a:spcPts val="0"/>
              </a:spcAft>
              <a:buSzPts val="2800"/>
              <a:buNone/>
              <a:defRPr sz="3735"/>
            </a:lvl7pPr>
            <a:lvl8pPr lvl="7" algn="ctr">
              <a:lnSpc>
                <a:spcPct val="100000"/>
              </a:lnSpc>
              <a:spcBef>
                <a:spcPts val="0"/>
              </a:spcBef>
              <a:spcAft>
                <a:spcPts val="0"/>
              </a:spcAft>
              <a:buSzPts val="2800"/>
              <a:buNone/>
              <a:defRPr sz="3735"/>
            </a:lvl8pPr>
            <a:lvl9pPr lvl="8" algn="ctr">
              <a:lnSpc>
                <a:spcPct val="100000"/>
              </a:lnSpc>
              <a:spcBef>
                <a:spcPts val="0"/>
              </a:spcBef>
              <a:spcAft>
                <a:spcPts val="0"/>
              </a:spcAft>
              <a:buSzPts val="2800"/>
              <a:buNone/>
              <a:defRPr sz="3735"/>
            </a:lvl9pPr>
          </a:lstStyle>
          <a:p>
            <a:r>
              <a:rPr lang="en-US"/>
              <a:t>Click to edit Master subtitle style</a:t>
            </a:r>
            <a:endParaRPr lang="en-US"/>
          </a:p>
        </p:txBody>
      </p:sp>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anchor="ctr">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lang="en-US"/>
          </a:p>
        </p:txBody>
      </p:sp>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lang="en-US"/>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a:noAutofit/>
          </a:bodyPr>
          <a:lstStyle>
            <a:lvl1pPr marL="609600" lvl="0" indent="-457200">
              <a:spcBef>
                <a:spcPts val="0"/>
              </a:spcBef>
              <a:spcAft>
                <a:spcPts val="0"/>
              </a:spcAft>
              <a:buSzPts val="1800"/>
              <a:buChar char="●"/>
              <a:defRPr/>
            </a:lvl1pPr>
            <a:lvl2pPr marL="1219200" lvl="1" indent="-423545">
              <a:spcBef>
                <a:spcPts val="2135"/>
              </a:spcBef>
              <a:spcAft>
                <a:spcPts val="0"/>
              </a:spcAft>
              <a:buSzPts val="1400"/>
              <a:buChar char="○"/>
              <a:defRPr/>
            </a:lvl2pPr>
            <a:lvl3pPr marL="1828800" lvl="2" indent="-423545">
              <a:spcBef>
                <a:spcPts val="2135"/>
              </a:spcBef>
              <a:spcAft>
                <a:spcPts val="0"/>
              </a:spcAft>
              <a:buSzPts val="1400"/>
              <a:buChar char="■"/>
              <a:defRPr/>
            </a:lvl3pPr>
            <a:lvl4pPr marL="2438400" lvl="3" indent="-423545">
              <a:spcBef>
                <a:spcPts val="2135"/>
              </a:spcBef>
              <a:spcAft>
                <a:spcPts val="0"/>
              </a:spcAft>
              <a:buSzPts val="1400"/>
              <a:buChar char="●"/>
              <a:defRPr/>
            </a:lvl4pPr>
            <a:lvl5pPr marL="3048000" lvl="4" indent="-423545">
              <a:spcBef>
                <a:spcPts val="2135"/>
              </a:spcBef>
              <a:spcAft>
                <a:spcPts val="0"/>
              </a:spcAft>
              <a:buSzPts val="1400"/>
              <a:buChar char="○"/>
              <a:defRPr/>
            </a:lvl5pPr>
            <a:lvl6pPr marL="3657600" lvl="5" indent="-423545">
              <a:spcBef>
                <a:spcPts val="2135"/>
              </a:spcBef>
              <a:spcAft>
                <a:spcPts val="0"/>
              </a:spcAft>
              <a:buSzPts val="1400"/>
              <a:buChar char="■"/>
              <a:defRPr/>
            </a:lvl6pPr>
            <a:lvl7pPr marL="4267200" lvl="6" indent="-423545">
              <a:spcBef>
                <a:spcPts val="2135"/>
              </a:spcBef>
              <a:spcAft>
                <a:spcPts val="0"/>
              </a:spcAft>
              <a:buSzPts val="1400"/>
              <a:buChar char="●"/>
              <a:defRPr/>
            </a:lvl7pPr>
            <a:lvl8pPr marL="4876800" lvl="7" indent="-423545">
              <a:spcBef>
                <a:spcPts val="2135"/>
              </a:spcBef>
              <a:spcAft>
                <a:spcPts val="0"/>
              </a:spcAft>
              <a:buSzPts val="1400"/>
              <a:buChar char="○"/>
              <a:defRPr/>
            </a:lvl8pPr>
            <a:lvl9pPr marL="5486400" lvl="8" indent="-423545">
              <a:spcBef>
                <a:spcPts val="2135"/>
              </a:spcBef>
              <a:spcAft>
                <a:spcPts val="2135"/>
              </a:spcAft>
              <a:buSzPts val="1400"/>
              <a:buChar char="■"/>
              <a:defRPr/>
            </a:lvl9pPr>
          </a:lstStyle>
          <a:p>
            <a:pPr lvl="0"/>
            <a:r>
              <a:rPr lang="en-US"/>
              <a:t>Click to edit Master text styles</a:t>
            </a:r>
            <a:endParaRPr lang="en-US"/>
          </a:p>
        </p:txBody>
      </p:sp>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lang="en-US"/>
          </a:p>
        </p:txBody>
      </p:sp>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anchor="b">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lang="en-US"/>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a:noAutofit/>
          </a:bodyPr>
          <a:lstStyle>
            <a:lvl1pPr marL="609600" lvl="0" indent="-406400">
              <a:spcBef>
                <a:spcPts val="0"/>
              </a:spcBef>
              <a:spcAft>
                <a:spcPts val="0"/>
              </a:spcAft>
              <a:buSzPts val="1200"/>
              <a:buChar char="●"/>
              <a:defRPr sz="1600"/>
            </a:lvl1pPr>
            <a:lvl2pPr marL="1219200" lvl="1" indent="-406400">
              <a:spcBef>
                <a:spcPts val="2135"/>
              </a:spcBef>
              <a:spcAft>
                <a:spcPts val="0"/>
              </a:spcAft>
              <a:buSzPts val="1200"/>
              <a:buChar char="○"/>
              <a:defRPr sz="1600"/>
            </a:lvl2pPr>
            <a:lvl3pPr marL="1828800" lvl="2" indent="-406400">
              <a:spcBef>
                <a:spcPts val="2135"/>
              </a:spcBef>
              <a:spcAft>
                <a:spcPts val="0"/>
              </a:spcAft>
              <a:buSzPts val="1200"/>
              <a:buChar char="■"/>
              <a:defRPr sz="1600"/>
            </a:lvl3pPr>
            <a:lvl4pPr marL="2438400" lvl="3" indent="-406400">
              <a:spcBef>
                <a:spcPts val="2135"/>
              </a:spcBef>
              <a:spcAft>
                <a:spcPts val="0"/>
              </a:spcAft>
              <a:buSzPts val="1200"/>
              <a:buChar char="●"/>
              <a:defRPr sz="1600"/>
            </a:lvl4pPr>
            <a:lvl5pPr marL="3048000" lvl="4" indent="-406400">
              <a:spcBef>
                <a:spcPts val="2135"/>
              </a:spcBef>
              <a:spcAft>
                <a:spcPts val="0"/>
              </a:spcAft>
              <a:buSzPts val="1200"/>
              <a:buChar char="○"/>
              <a:defRPr sz="1600"/>
            </a:lvl5pPr>
            <a:lvl6pPr marL="3657600" lvl="5" indent="-406400">
              <a:spcBef>
                <a:spcPts val="2135"/>
              </a:spcBef>
              <a:spcAft>
                <a:spcPts val="0"/>
              </a:spcAft>
              <a:buSzPts val="1200"/>
              <a:buChar char="■"/>
              <a:defRPr sz="1600"/>
            </a:lvl6pPr>
            <a:lvl7pPr marL="4267200" lvl="6" indent="-406400">
              <a:spcBef>
                <a:spcPts val="2135"/>
              </a:spcBef>
              <a:spcAft>
                <a:spcPts val="0"/>
              </a:spcAft>
              <a:buSzPts val="1200"/>
              <a:buChar char="●"/>
              <a:defRPr sz="1600"/>
            </a:lvl7pPr>
            <a:lvl8pPr marL="4876800" lvl="7" indent="-406400">
              <a:spcBef>
                <a:spcPts val="2135"/>
              </a:spcBef>
              <a:spcAft>
                <a:spcPts val="0"/>
              </a:spcAft>
              <a:buSzPts val="1200"/>
              <a:buChar char="○"/>
              <a:defRPr sz="1600"/>
            </a:lvl8pPr>
            <a:lvl9pPr marL="5486400" lvl="8" indent="-406400">
              <a:spcBef>
                <a:spcPts val="2135"/>
              </a:spcBef>
              <a:spcAft>
                <a:spcPts val="2135"/>
              </a:spcAft>
              <a:buSzPts val="1200"/>
              <a:buChar char="■"/>
              <a:defRPr sz="1600"/>
            </a:lvl9pPr>
          </a:lstStyle>
          <a:p>
            <a:pPr lvl="0"/>
            <a:r>
              <a:rPr lang="en-US"/>
              <a:t>Click to edit Master text styles</a:t>
            </a:r>
            <a:endParaRPr lang="en-US"/>
          </a:p>
        </p:txBody>
      </p:sp>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anchor="ctr">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lang="en-US"/>
          </a:p>
        </p:txBody>
      </p:sp>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2" name="Google Shape;36;p9"/>
          <p:cNvSpPr>
            <a:spLocks noChangeArrowheads="1"/>
          </p:cNvSpPr>
          <p:nvPr/>
        </p:nvSpPr>
        <p:spPr bwMode="auto">
          <a:xfrm>
            <a:off x="6096000" y="0"/>
            <a:ext cx="6096000" cy="6858000"/>
          </a:xfrm>
          <a:prstGeom prst="rect">
            <a:avLst/>
          </a:prstGeom>
          <a:solidFill>
            <a:schemeClr val="tx2"/>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7" name="Google Shape;37;p9"/>
          <p:cNvSpPr txBox="1">
            <a:spLocks noGrp="1"/>
          </p:cNvSpPr>
          <p:nvPr>
            <p:ph type="title"/>
          </p:nvPr>
        </p:nvSpPr>
        <p:spPr>
          <a:xfrm>
            <a:off x="354000" y="1644233"/>
            <a:ext cx="5393600" cy="1976400"/>
          </a:xfrm>
          <a:prstGeom prst="rect">
            <a:avLst/>
          </a:prstGeom>
        </p:spPr>
        <p:txBody>
          <a:bodyPr spcFirstLastPara="1" anchor="b">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lang="en-US"/>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lang="en-US"/>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anchor="ctr">
            <a:noAutofit/>
          </a:bodyPr>
          <a:lstStyle>
            <a:lvl1pPr marL="609600" lvl="0" indent="-457200">
              <a:spcBef>
                <a:spcPts val="0"/>
              </a:spcBef>
              <a:spcAft>
                <a:spcPts val="0"/>
              </a:spcAft>
              <a:buSzPts val="1800"/>
              <a:buChar char="●"/>
              <a:defRPr/>
            </a:lvl1pPr>
            <a:lvl2pPr marL="1219200" lvl="1" indent="-423545">
              <a:spcBef>
                <a:spcPts val="2135"/>
              </a:spcBef>
              <a:spcAft>
                <a:spcPts val="0"/>
              </a:spcAft>
              <a:buSzPts val="1400"/>
              <a:buChar char="○"/>
              <a:defRPr/>
            </a:lvl2pPr>
            <a:lvl3pPr marL="1828800" lvl="2" indent="-423545">
              <a:spcBef>
                <a:spcPts val="2135"/>
              </a:spcBef>
              <a:spcAft>
                <a:spcPts val="0"/>
              </a:spcAft>
              <a:buSzPts val="1400"/>
              <a:buChar char="■"/>
              <a:defRPr/>
            </a:lvl3pPr>
            <a:lvl4pPr marL="2438400" lvl="3" indent="-423545">
              <a:spcBef>
                <a:spcPts val="2135"/>
              </a:spcBef>
              <a:spcAft>
                <a:spcPts val="0"/>
              </a:spcAft>
              <a:buSzPts val="1400"/>
              <a:buChar char="●"/>
              <a:defRPr/>
            </a:lvl4pPr>
            <a:lvl5pPr marL="3048000" lvl="4" indent="-423545">
              <a:spcBef>
                <a:spcPts val="2135"/>
              </a:spcBef>
              <a:spcAft>
                <a:spcPts val="0"/>
              </a:spcAft>
              <a:buSzPts val="1400"/>
              <a:buChar char="○"/>
              <a:defRPr/>
            </a:lvl5pPr>
            <a:lvl6pPr marL="3657600" lvl="5" indent="-423545">
              <a:spcBef>
                <a:spcPts val="2135"/>
              </a:spcBef>
              <a:spcAft>
                <a:spcPts val="0"/>
              </a:spcAft>
              <a:buSzPts val="1400"/>
              <a:buChar char="■"/>
              <a:defRPr/>
            </a:lvl6pPr>
            <a:lvl7pPr marL="4267200" lvl="6" indent="-423545">
              <a:spcBef>
                <a:spcPts val="2135"/>
              </a:spcBef>
              <a:spcAft>
                <a:spcPts val="0"/>
              </a:spcAft>
              <a:buSzPts val="1400"/>
              <a:buChar char="●"/>
              <a:defRPr/>
            </a:lvl7pPr>
            <a:lvl8pPr marL="4876800" lvl="7" indent="-423545">
              <a:spcBef>
                <a:spcPts val="2135"/>
              </a:spcBef>
              <a:spcAft>
                <a:spcPts val="0"/>
              </a:spcAft>
              <a:buSzPts val="1400"/>
              <a:buChar char="○"/>
              <a:defRPr/>
            </a:lvl8pPr>
            <a:lvl9pPr marL="5486400" lvl="8" indent="-423545">
              <a:spcBef>
                <a:spcPts val="2135"/>
              </a:spcBef>
              <a:spcAft>
                <a:spcPts val="2135"/>
              </a:spcAft>
              <a:buSzPts val="1400"/>
              <a:buChar char="■"/>
              <a:defRPr/>
            </a:lvl9pPr>
          </a:lstStyle>
          <a:p>
            <a:pPr lvl="0"/>
            <a:r>
              <a:rPr lang="en-US"/>
              <a:t>Click to edit Master text styles</a:t>
            </a:r>
            <a:endParaRPr lang="en-US"/>
          </a:p>
        </p:txBody>
      </p:sp>
      <p:sp>
        <p:nvSpPr>
          <p:cNvPr id="3" name="Google Shape;40;p9"/>
          <p:cNvSpPr txBox="1">
            <a:spLocks noGrp="1" noChangeArrowheads="1"/>
          </p:cNvSpPr>
          <p:nvPr>
            <p:ph type="sldNum" idx="10"/>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anchor="ctr">
            <a:noAutofit/>
          </a:bodyPr>
          <a:lstStyle>
            <a:lvl1pPr marL="609600" lvl="0" indent="-304800">
              <a:lnSpc>
                <a:spcPct val="100000"/>
              </a:lnSpc>
              <a:spcBef>
                <a:spcPts val="0"/>
              </a:spcBef>
              <a:spcAft>
                <a:spcPts val="0"/>
              </a:spcAft>
              <a:buSzPts val="1800"/>
              <a:buNone/>
              <a:defRPr/>
            </a:lvl1pPr>
          </a:lstStyle>
          <a:p>
            <a:pPr lvl="0"/>
            <a:r>
              <a:rPr lang="en-US"/>
              <a:t>Click to edit Master text styles</a:t>
            </a:r>
            <a:endParaRPr lang="en-US"/>
          </a:p>
        </p:txBody>
      </p:sp>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p:nvPr>
        </p:nvSpPr>
        <p:spPr>
          <a:xfrm>
            <a:off x="415600" y="1474833"/>
            <a:ext cx="11360800" cy="2618000"/>
          </a:xfrm>
          <a:prstGeom prst="rect">
            <a:avLst/>
          </a:prstGeom>
        </p:spPr>
        <p:txBody>
          <a:bodyPr spcFirstLastPara="1" anchor="b">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rPr lang="en-US"/>
              <a:t>Click to edit Master title style</a:t>
            </a:r>
            <a:endParaRPr lang="en-US"/>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a:noAutofit/>
          </a:bodyPr>
          <a:lstStyle>
            <a:lvl1pPr marL="609600" lvl="0" indent="-457200" algn="ctr">
              <a:spcBef>
                <a:spcPts val="0"/>
              </a:spcBef>
              <a:spcAft>
                <a:spcPts val="0"/>
              </a:spcAft>
              <a:buSzPts val="1800"/>
              <a:buChar char="●"/>
              <a:defRPr/>
            </a:lvl1pPr>
            <a:lvl2pPr marL="1219200" lvl="1" indent="-423545" algn="ctr">
              <a:spcBef>
                <a:spcPts val="2135"/>
              </a:spcBef>
              <a:spcAft>
                <a:spcPts val="0"/>
              </a:spcAft>
              <a:buSzPts val="1400"/>
              <a:buChar char="○"/>
              <a:defRPr/>
            </a:lvl2pPr>
            <a:lvl3pPr marL="1828800" lvl="2" indent="-423545" algn="ctr">
              <a:spcBef>
                <a:spcPts val="2135"/>
              </a:spcBef>
              <a:spcAft>
                <a:spcPts val="0"/>
              </a:spcAft>
              <a:buSzPts val="1400"/>
              <a:buChar char="■"/>
              <a:defRPr/>
            </a:lvl3pPr>
            <a:lvl4pPr marL="2438400" lvl="3" indent="-423545" algn="ctr">
              <a:spcBef>
                <a:spcPts val="2135"/>
              </a:spcBef>
              <a:spcAft>
                <a:spcPts val="0"/>
              </a:spcAft>
              <a:buSzPts val="1400"/>
              <a:buChar char="●"/>
              <a:defRPr/>
            </a:lvl4pPr>
            <a:lvl5pPr marL="3048000" lvl="4" indent="-423545" algn="ctr">
              <a:spcBef>
                <a:spcPts val="2135"/>
              </a:spcBef>
              <a:spcAft>
                <a:spcPts val="0"/>
              </a:spcAft>
              <a:buSzPts val="1400"/>
              <a:buChar char="○"/>
              <a:defRPr/>
            </a:lvl5pPr>
            <a:lvl6pPr marL="3657600" lvl="5" indent="-423545" algn="ctr">
              <a:spcBef>
                <a:spcPts val="2135"/>
              </a:spcBef>
              <a:spcAft>
                <a:spcPts val="0"/>
              </a:spcAft>
              <a:buSzPts val="1400"/>
              <a:buChar char="■"/>
              <a:defRPr/>
            </a:lvl6pPr>
            <a:lvl7pPr marL="4267200" lvl="6" indent="-423545" algn="ctr">
              <a:spcBef>
                <a:spcPts val="2135"/>
              </a:spcBef>
              <a:spcAft>
                <a:spcPts val="0"/>
              </a:spcAft>
              <a:buSzPts val="1400"/>
              <a:buChar char="●"/>
              <a:defRPr/>
            </a:lvl7pPr>
            <a:lvl8pPr marL="4876800" lvl="7" indent="-423545" algn="ctr">
              <a:spcBef>
                <a:spcPts val="2135"/>
              </a:spcBef>
              <a:spcAft>
                <a:spcPts val="0"/>
              </a:spcAft>
              <a:buSzPts val="1400"/>
              <a:buChar char="○"/>
              <a:defRPr/>
            </a:lvl8pPr>
            <a:lvl9pPr marL="5486400" lvl="8" indent="-423545" algn="ctr">
              <a:spcBef>
                <a:spcPts val="2135"/>
              </a:spcBef>
              <a:spcAft>
                <a:spcPts val="2135"/>
              </a:spcAft>
              <a:buSzPts val="1400"/>
              <a:buChar char="■"/>
              <a:defRPr/>
            </a:lvl9pPr>
          </a:lstStyle>
          <a:p>
            <a:pPr lvl="0"/>
            <a:r>
              <a:rPr lang="en-US"/>
              <a:t>Click to edit Master text styles</a:t>
            </a:r>
            <a:endParaRPr lang="en-US"/>
          </a:p>
        </p:txBody>
      </p:sp>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2" name="Google Shape;8;p1"/>
          <p:cNvSpPr txBox="1">
            <a:spLocks noGrp="1" noChangeArrowheads="1"/>
          </p:cNvSpPr>
          <p:nvPr>
            <p:ph type="sldNum" idx="13"/>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T ">
  <p:cSld name="IT ">
    <p:spTree>
      <p:nvGrpSpPr>
        <p:cNvPr id="1" name="Shape 50"/>
        <p:cNvGrpSpPr/>
        <p:nvPr/>
      </p:nvGrpSpPr>
      <p:grpSpPr>
        <a:xfrm>
          <a:off x="0" y="0"/>
          <a:ext cx="0" cy="0"/>
          <a:chOff x="0" y="0"/>
          <a:chExt cx="0" cy="0"/>
        </a:xfrm>
      </p:grpSpPr>
      <p:sp>
        <p:nvSpPr>
          <p:cNvPr id="2" name="Google Shape;51;p13"/>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52;p13"/>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Information Technology</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1998</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53;p13"/>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54;p13"/>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55;p13"/>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Google Shape;56;p13"/>
          <p:cNvSpPr txBox="1">
            <a:spLocks noGrp="1"/>
          </p:cNvSpPr>
          <p:nvPr>
            <p:ph type="ctrTitle"/>
          </p:nvPr>
        </p:nvSpPr>
        <p:spPr>
          <a:xfrm>
            <a:off x="634400" y="2792000"/>
            <a:ext cx="8016000" cy="2387600"/>
          </a:xfrm>
          <a:prstGeom prst="rect">
            <a:avLst/>
          </a:prstGeom>
          <a:noFill/>
          <a:ln>
            <a:noFill/>
          </a:ln>
        </p:spPr>
        <p:txBody>
          <a:bodyPr spcFirstLastPara="1" lIns="68575" tIns="34275" rIns="68575" bIns="34275"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lang="en-US"/>
          </a:p>
        </p:txBody>
      </p:sp>
      <p:sp>
        <p:nvSpPr>
          <p:cNvPr id="57" name="Google Shape;57;p13"/>
          <p:cNvSpPr txBox="1">
            <a:spLocks noGrp="1"/>
          </p:cNvSpPr>
          <p:nvPr>
            <p:ph type="subTitle" idx="1"/>
          </p:nvPr>
        </p:nvSpPr>
        <p:spPr>
          <a:xfrm>
            <a:off x="634400" y="5271668"/>
            <a:ext cx="8016000" cy="813600"/>
          </a:xfrm>
          <a:prstGeom prst="rect">
            <a:avLst/>
          </a:prstGeom>
          <a:noFill/>
          <a:ln>
            <a:noFill/>
          </a:ln>
        </p:spPr>
        <p:txBody>
          <a:bodyPr spcFirstLastPara="1" lIns="68575" tIns="34275" rIns="68575" bIns="34275">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2135"/>
              </a:spcBef>
              <a:spcAft>
                <a:spcPts val="0"/>
              </a:spcAft>
              <a:buClr>
                <a:schemeClr val="lt1"/>
              </a:buClr>
              <a:buSzPts val="1500"/>
              <a:buNone/>
              <a:defRPr sz="2000"/>
            </a:lvl2pPr>
            <a:lvl3pPr lvl="2" rtl="0">
              <a:lnSpc>
                <a:spcPct val="90000"/>
              </a:lnSpc>
              <a:spcBef>
                <a:spcPts val="2135"/>
              </a:spcBef>
              <a:spcAft>
                <a:spcPts val="0"/>
              </a:spcAft>
              <a:buClr>
                <a:schemeClr val="lt1"/>
              </a:buClr>
              <a:buSzPts val="1400"/>
              <a:buNone/>
              <a:defRPr sz="1865"/>
            </a:lvl3pPr>
            <a:lvl4pPr lvl="3" rtl="0">
              <a:lnSpc>
                <a:spcPct val="90000"/>
              </a:lnSpc>
              <a:spcBef>
                <a:spcPts val="2135"/>
              </a:spcBef>
              <a:spcAft>
                <a:spcPts val="0"/>
              </a:spcAft>
              <a:buClr>
                <a:schemeClr val="lt1"/>
              </a:buClr>
              <a:buSzPts val="1200"/>
              <a:buNone/>
              <a:defRPr sz="1600"/>
            </a:lvl4pPr>
            <a:lvl5pPr lvl="4" rtl="0">
              <a:lnSpc>
                <a:spcPct val="90000"/>
              </a:lnSpc>
              <a:spcBef>
                <a:spcPts val="2135"/>
              </a:spcBef>
              <a:spcAft>
                <a:spcPts val="0"/>
              </a:spcAft>
              <a:buClr>
                <a:schemeClr val="lt1"/>
              </a:buClr>
              <a:buSzPts val="1200"/>
              <a:buNone/>
              <a:defRPr sz="1600"/>
            </a:lvl5pPr>
            <a:lvl6pPr lvl="5" rtl="0">
              <a:lnSpc>
                <a:spcPct val="90000"/>
              </a:lnSpc>
              <a:spcBef>
                <a:spcPts val="2135"/>
              </a:spcBef>
              <a:spcAft>
                <a:spcPts val="0"/>
              </a:spcAft>
              <a:buClr>
                <a:schemeClr val="dk1"/>
              </a:buClr>
              <a:buSzPts val="1200"/>
              <a:buNone/>
              <a:defRPr sz="1600"/>
            </a:lvl6pPr>
            <a:lvl7pPr lvl="6" rtl="0">
              <a:lnSpc>
                <a:spcPct val="90000"/>
              </a:lnSpc>
              <a:spcBef>
                <a:spcPts val="2135"/>
              </a:spcBef>
              <a:spcAft>
                <a:spcPts val="0"/>
              </a:spcAft>
              <a:buClr>
                <a:schemeClr val="dk1"/>
              </a:buClr>
              <a:buSzPts val="1200"/>
              <a:buNone/>
              <a:defRPr sz="1600"/>
            </a:lvl7pPr>
            <a:lvl8pPr lvl="7" rtl="0">
              <a:lnSpc>
                <a:spcPct val="90000"/>
              </a:lnSpc>
              <a:spcBef>
                <a:spcPts val="2135"/>
              </a:spcBef>
              <a:spcAft>
                <a:spcPts val="0"/>
              </a:spcAft>
              <a:buClr>
                <a:schemeClr val="dk1"/>
              </a:buClr>
              <a:buSzPts val="1200"/>
              <a:buNone/>
              <a:defRPr sz="1600"/>
            </a:lvl8pPr>
            <a:lvl9pPr lvl="8" rtl="0">
              <a:lnSpc>
                <a:spcPct val="90000"/>
              </a:lnSpc>
              <a:spcBef>
                <a:spcPts val="2135"/>
              </a:spcBef>
              <a:spcAft>
                <a:spcPts val="2135"/>
              </a:spcAft>
              <a:buClr>
                <a:schemeClr val="dk1"/>
              </a:buClr>
              <a:buSzPts val="1200"/>
              <a:buNone/>
              <a:defRPr sz="1600"/>
            </a:lvl9pPr>
          </a:lstStyle>
          <a:p>
            <a:r>
              <a:rPr lang="en-US"/>
              <a:t>Click to edit Master subtitle style</a:t>
            </a:r>
            <a:endParaRPr lang="en-US"/>
          </a:p>
        </p:txBody>
      </p:sp>
      <p:sp>
        <p:nvSpPr>
          <p:cNvPr id="7" name="Slide Number Placeholder 1"/>
          <p:cNvSpPr>
            <a:spLocks noGrp="1"/>
          </p:cNvSpPr>
          <p:nvPr>
            <p:ph type="sldNum" idx="10"/>
          </p:nvPr>
        </p:nvSpPr>
        <p:spPr/>
        <p:txBody>
          <a:bodyPr/>
          <a:lstStyle>
            <a:lvl1pPr>
              <a:defRPr/>
            </a:lvl1pPr>
          </a:lstStyle>
          <a:p>
            <a:fld id="{B2FBC4DD-1846-45FB-BFCB-B8357CA78A34}"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matchingName="Title and Content">
  <p:cSld name="Title and Conten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838200" y="365125"/>
            <a:ext cx="10515600" cy="1325600"/>
          </a:xfrm>
          <a:prstGeom prst="rect">
            <a:avLst/>
          </a:prstGeom>
          <a:noFill/>
          <a:ln>
            <a:noFill/>
          </a:ln>
        </p:spPr>
        <p:txBody>
          <a:bodyPr spcFirstLastPara="1" lIns="68575" tIns="34275" rIns="68575" bIns="34275" anchor="ctr">
            <a:noAutofit/>
          </a:bodyPr>
          <a:lstStyle>
            <a:lvl1pPr lvl="0" algn="l" rtl="0">
              <a:lnSpc>
                <a:spcPct val="90000"/>
              </a:lnSpc>
              <a:spcBef>
                <a:spcPts val="0"/>
              </a:spcBef>
              <a:spcAft>
                <a:spcPts val="0"/>
              </a:spcAft>
              <a:buClr>
                <a:schemeClr val="lt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lang="en-US"/>
          </a:p>
        </p:txBody>
      </p:sp>
      <p:sp>
        <p:nvSpPr>
          <p:cNvPr id="60" name="Google Shape;60;p14"/>
          <p:cNvSpPr txBox="1">
            <a:spLocks noGrp="1"/>
          </p:cNvSpPr>
          <p:nvPr>
            <p:ph type="body" idx="1"/>
          </p:nvPr>
        </p:nvSpPr>
        <p:spPr>
          <a:xfrm>
            <a:off x="838200" y="1825625"/>
            <a:ext cx="10515600" cy="4351200"/>
          </a:xfrm>
          <a:prstGeom prst="rect">
            <a:avLst/>
          </a:prstGeom>
          <a:noFill/>
          <a:ln>
            <a:noFill/>
          </a:ln>
        </p:spPr>
        <p:txBody>
          <a:bodyPr spcFirstLastPara="1" lIns="68575" tIns="34275" rIns="68575" bIns="34275">
            <a:noAutofit/>
          </a:bodyPr>
          <a:lstStyle>
            <a:lvl1pPr marL="609600" lvl="0" indent="-423545" algn="l" rtl="0">
              <a:lnSpc>
                <a:spcPct val="90000"/>
              </a:lnSpc>
              <a:spcBef>
                <a:spcPts val="1065"/>
              </a:spcBef>
              <a:spcAft>
                <a:spcPts val="0"/>
              </a:spcAft>
              <a:buClr>
                <a:schemeClr val="lt1"/>
              </a:buClr>
              <a:buSzPts val="1400"/>
              <a:buChar char="●"/>
              <a:defRPr/>
            </a:lvl1pPr>
            <a:lvl2pPr marL="1219200" lvl="1" indent="-423545" algn="l" rtl="0">
              <a:lnSpc>
                <a:spcPct val="90000"/>
              </a:lnSpc>
              <a:spcBef>
                <a:spcPts val="2135"/>
              </a:spcBef>
              <a:spcAft>
                <a:spcPts val="0"/>
              </a:spcAft>
              <a:buClr>
                <a:schemeClr val="lt1"/>
              </a:buClr>
              <a:buSzPts val="1400"/>
              <a:buChar char="○"/>
              <a:defRPr/>
            </a:lvl2pPr>
            <a:lvl3pPr marL="1828800" lvl="2" indent="-423545" algn="l" rtl="0">
              <a:lnSpc>
                <a:spcPct val="90000"/>
              </a:lnSpc>
              <a:spcBef>
                <a:spcPts val="2135"/>
              </a:spcBef>
              <a:spcAft>
                <a:spcPts val="0"/>
              </a:spcAft>
              <a:buClr>
                <a:schemeClr val="lt1"/>
              </a:buClr>
              <a:buSzPts val="1400"/>
              <a:buChar char="■"/>
              <a:defRPr/>
            </a:lvl3pPr>
            <a:lvl4pPr marL="2438400" lvl="3" indent="-423545" algn="l" rtl="0">
              <a:lnSpc>
                <a:spcPct val="90000"/>
              </a:lnSpc>
              <a:spcBef>
                <a:spcPts val="2135"/>
              </a:spcBef>
              <a:spcAft>
                <a:spcPts val="0"/>
              </a:spcAft>
              <a:buClr>
                <a:schemeClr val="lt1"/>
              </a:buClr>
              <a:buSzPts val="1400"/>
              <a:buChar char="●"/>
              <a:defRPr/>
            </a:lvl4pPr>
            <a:lvl5pPr marL="3048000" lvl="4" indent="-423545" algn="l" rtl="0">
              <a:lnSpc>
                <a:spcPct val="90000"/>
              </a:lnSpc>
              <a:spcBef>
                <a:spcPts val="2135"/>
              </a:spcBef>
              <a:spcAft>
                <a:spcPts val="0"/>
              </a:spcAft>
              <a:buClr>
                <a:schemeClr val="lt1"/>
              </a:buClr>
              <a:buSzPts val="1400"/>
              <a:buChar char="○"/>
              <a:defRPr/>
            </a:lvl5pPr>
            <a:lvl6pPr marL="3657600" lvl="5" indent="-423545" algn="l" rtl="0">
              <a:lnSpc>
                <a:spcPct val="90000"/>
              </a:lnSpc>
              <a:spcBef>
                <a:spcPts val="2135"/>
              </a:spcBef>
              <a:spcAft>
                <a:spcPts val="0"/>
              </a:spcAft>
              <a:buClr>
                <a:schemeClr val="dk1"/>
              </a:buClr>
              <a:buSzPts val="1400"/>
              <a:buChar char="■"/>
              <a:defRPr/>
            </a:lvl6pPr>
            <a:lvl7pPr marL="4267200" lvl="6" indent="-423545" algn="l" rtl="0">
              <a:lnSpc>
                <a:spcPct val="90000"/>
              </a:lnSpc>
              <a:spcBef>
                <a:spcPts val="2135"/>
              </a:spcBef>
              <a:spcAft>
                <a:spcPts val="0"/>
              </a:spcAft>
              <a:buClr>
                <a:schemeClr val="dk1"/>
              </a:buClr>
              <a:buSzPts val="1400"/>
              <a:buChar char="●"/>
              <a:defRPr/>
            </a:lvl7pPr>
            <a:lvl8pPr marL="4876800" lvl="7" indent="-423545" algn="l" rtl="0">
              <a:lnSpc>
                <a:spcPct val="90000"/>
              </a:lnSpc>
              <a:spcBef>
                <a:spcPts val="2135"/>
              </a:spcBef>
              <a:spcAft>
                <a:spcPts val="0"/>
              </a:spcAft>
              <a:buClr>
                <a:schemeClr val="dk1"/>
              </a:buClr>
              <a:buSzPts val="1400"/>
              <a:buChar char="○"/>
              <a:defRPr/>
            </a:lvl8pPr>
            <a:lvl9pPr marL="5486400" lvl="8" indent="-423545" algn="l" rtl="0">
              <a:lnSpc>
                <a:spcPct val="90000"/>
              </a:lnSpc>
              <a:spcBef>
                <a:spcPts val="2135"/>
              </a:spcBef>
              <a:spcAft>
                <a:spcPts val="2135"/>
              </a:spcAft>
              <a:buClr>
                <a:schemeClr val="dk1"/>
              </a:buClr>
              <a:buSzPts val="1400"/>
              <a:buChar char="■"/>
              <a:defRPr/>
            </a:lvl9pPr>
          </a:lstStyle>
          <a:p>
            <a:pPr lvl="0"/>
            <a:r>
              <a:rPr lang="en-US"/>
              <a:t>Click to edit Master text styles</a:t>
            </a:r>
            <a:endParaRPr lang="en-US"/>
          </a:p>
        </p:txBody>
      </p:sp>
      <p:sp>
        <p:nvSpPr>
          <p:cNvPr id="2" name="Google Shape;61;p14"/>
          <p:cNvSpPr txBox="1">
            <a:spLocks noGrp="1" noChangeArrowheads="1"/>
          </p:cNvSpPr>
          <p:nvPr>
            <p:ph type="sldNum" idx="10"/>
          </p:nvPr>
        </p:nvSpPr>
        <p:spPr>
          <a:xfrm>
            <a:off x="10606618" y="6318251"/>
            <a:ext cx="747183" cy="364067"/>
          </a:xfrm>
        </p:spPr>
        <p:txBody>
          <a:bodyPr lIns="68575" tIns="34275" rIns="68575" bIns="34275"/>
          <a:lstStyle>
            <a:lvl1pPr>
              <a:defRPr/>
            </a:lvl1pPr>
          </a:lstStyle>
          <a:p>
            <a:fld id="{B2FBC4DD-1846-45FB-BFCB-B8357CA78A34}"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 Title and Text">
    <p:spTree>
      <p:nvGrpSpPr>
        <p:cNvPr id="1" name="Shape 62"/>
        <p:cNvGrpSpPr/>
        <p:nvPr/>
      </p:nvGrpSpPr>
      <p:grpSpPr>
        <a:xfrm>
          <a:off x="0" y="0"/>
          <a:ext cx="0" cy="0"/>
          <a:chOff x="0" y="0"/>
          <a:chExt cx="0" cy="0"/>
        </a:xfrm>
      </p:grpSpPr>
      <p:sp>
        <p:nvSpPr>
          <p:cNvPr id="2" name="Google Shape;63;p15"/>
          <p:cNvSpPr>
            <a:spLocks noChangeArrowheads="1"/>
          </p:cNvSpPr>
          <p:nvPr/>
        </p:nvSpPr>
        <p:spPr bwMode="auto">
          <a:xfrm>
            <a:off x="772585" y="6307667"/>
            <a:ext cx="6648449" cy="340784"/>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65;p15"/>
          <p:cNvSpPr>
            <a:spLocks noChangeArrowheads="1"/>
          </p:cNvSpPr>
          <p:nvPr/>
        </p:nvSpPr>
        <p:spPr bwMode="auto">
          <a:xfrm>
            <a:off x="10996084" y="0"/>
            <a:ext cx="1083733" cy="1051984"/>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pic>
        <p:nvPicPr>
          <p:cNvPr id="4" name="Google Shape;66;p15"/>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Google Shape;64;p15"/>
          <p:cNvSpPr txBox="1">
            <a:spLocks noGrp="1" noChangeArrowheads="1"/>
          </p:cNvSpPr>
          <p:nvPr>
            <p:ph type="sldNum" idx="10"/>
          </p:nvPr>
        </p:nvSpPr>
        <p:spPr>
          <a:xfrm>
            <a:off x="11408834" y="6333067"/>
            <a:ext cx="732367" cy="524933"/>
          </a:xfrm>
        </p:spPr>
        <p:txBody>
          <a:bodyPr anchor="t"/>
          <a:lstStyle>
            <a:lvl1pPr>
              <a:defRPr sz="1735">
                <a:latin typeface="Montserrat" charset="0"/>
                <a:cs typeface="Montserrat" charset="0"/>
                <a:sym typeface="Montserrat" charset="0"/>
              </a:defRPr>
            </a:lvl1pPr>
          </a:lstStyle>
          <a:p>
            <a:fld id="{B2FBC4DD-1846-45FB-BFCB-B8357CA78A34}"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showMasterSp="0">
  <p:cSld name="1_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3F956B9-3B3F-404F-BC27-5F6438CFFBEE}" type="datetime1">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FDAD1CE9-8CA0-4953-A363-85DFF0764E9E}" type="datetime1">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matchingName="Aero ">
  <p:cSld name="Aero ">
    <p:spTree>
      <p:nvGrpSpPr>
        <p:cNvPr id="1" name="Shape 74"/>
        <p:cNvGrpSpPr/>
        <p:nvPr/>
      </p:nvGrpSpPr>
      <p:grpSpPr>
        <a:xfrm>
          <a:off x="0" y="0"/>
          <a:ext cx="0" cy="0"/>
          <a:chOff x="0" y="0"/>
          <a:chExt cx="0" cy="0"/>
        </a:xfrm>
      </p:grpSpPr>
      <p:sp>
        <p:nvSpPr>
          <p:cNvPr id="2" name="Google Shape;75;p17"/>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76;p17"/>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Aeronautical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2006</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77;p1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78;p17"/>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79;p17"/>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Google Shape;80;p17"/>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81" name="Google Shape;81;p17"/>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matchingName="Auto">
  <p:cSld name="Auto">
    <p:spTree>
      <p:nvGrpSpPr>
        <p:cNvPr id="1" name="Shape 82"/>
        <p:cNvGrpSpPr/>
        <p:nvPr/>
      </p:nvGrpSpPr>
      <p:grpSpPr>
        <a:xfrm>
          <a:off x="0" y="0"/>
          <a:ext cx="0" cy="0"/>
          <a:chOff x="0" y="0"/>
          <a:chExt cx="0" cy="0"/>
        </a:xfrm>
      </p:grpSpPr>
      <p:sp>
        <p:nvSpPr>
          <p:cNvPr id="2" name="Google Shape;83;p18"/>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84;p18"/>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Automobile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2011</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85;p1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86;p18"/>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87;p18"/>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 name="Google Shape;88;p18"/>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89" name="Google Shape;89;p18"/>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matchingName="Bio-tech">
  <p:cSld name="Bio-tech">
    <p:spTree>
      <p:nvGrpSpPr>
        <p:cNvPr id="1" name="Shape 90"/>
        <p:cNvGrpSpPr/>
        <p:nvPr/>
      </p:nvGrpSpPr>
      <p:grpSpPr>
        <a:xfrm>
          <a:off x="0" y="0"/>
          <a:ext cx="0" cy="0"/>
          <a:chOff x="0" y="0"/>
          <a:chExt cx="0" cy="0"/>
        </a:xfrm>
      </p:grpSpPr>
      <p:sp>
        <p:nvSpPr>
          <p:cNvPr id="2" name="Google Shape;91;p19"/>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92;p19"/>
          <p:cNvSpPr txBox="1"/>
          <p:nvPr/>
        </p:nvSpPr>
        <p:spPr>
          <a:xfrm>
            <a:off x="3889627" y="6047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Bio-Technology</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2002</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93;p1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94;p19"/>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95;p19"/>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Google Shape;96;p19"/>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97" name="Google Shape;97;p19"/>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matchingName="Civil ">
  <p:cSld name="Civil ">
    <p:spTree>
      <p:nvGrpSpPr>
        <p:cNvPr id="1" name="Shape 98"/>
        <p:cNvGrpSpPr/>
        <p:nvPr/>
      </p:nvGrpSpPr>
      <p:grpSpPr>
        <a:xfrm>
          <a:off x="0" y="0"/>
          <a:ext cx="0" cy="0"/>
          <a:chOff x="0" y="0"/>
          <a:chExt cx="0" cy="0"/>
        </a:xfrm>
      </p:grpSpPr>
      <p:sp>
        <p:nvSpPr>
          <p:cNvPr id="2" name="Google Shape;99;p20"/>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00;p20"/>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Civil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2003</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01;p20"/>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02;p20"/>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03;p20"/>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 name="Google Shape;104;p20"/>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05" name="Google Shape;105;p20"/>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matchingName="MCA ">
  <p:cSld name="MCA ">
    <p:spTree>
      <p:nvGrpSpPr>
        <p:cNvPr id="1" name="Shape 106"/>
        <p:cNvGrpSpPr/>
        <p:nvPr/>
      </p:nvGrpSpPr>
      <p:grpSpPr>
        <a:xfrm>
          <a:off x="0" y="0"/>
          <a:ext cx="0" cy="0"/>
          <a:chOff x="0" y="0"/>
          <a:chExt cx="0" cy="0"/>
        </a:xfrm>
      </p:grpSpPr>
      <p:sp>
        <p:nvSpPr>
          <p:cNvPr id="2" name="Google Shape;107;p21"/>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08;p21"/>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Computer Application</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1993</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09;p21"/>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10;p21"/>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11;p21"/>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 name="Google Shape;112;p21"/>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13" name="Google Shape;113;p21"/>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matchingName="CSE ">
  <p:cSld name="CSE ">
    <p:spTree>
      <p:nvGrpSpPr>
        <p:cNvPr id="1" name="Shape 114"/>
        <p:cNvGrpSpPr/>
        <p:nvPr/>
      </p:nvGrpSpPr>
      <p:grpSpPr>
        <a:xfrm>
          <a:off x="0" y="0"/>
          <a:ext cx="0" cy="0"/>
          <a:chOff x="0" y="0"/>
          <a:chExt cx="0" cy="0"/>
        </a:xfrm>
      </p:grpSpPr>
      <p:sp>
        <p:nvSpPr>
          <p:cNvPr id="2" name="Google Shape;115;p22"/>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16;p22"/>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Computer Science &amp;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1987</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17;p22"/>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18;p22"/>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19;p2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 name="Google Shape;120;p22"/>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21" name="Google Shape;121;p22"/>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matchingName="EEE ">
  <p:cSld name="EEE ">
    <p:spTree>
      <p:nvGrpSpPr>
        <p:cNvPr id="1" name="Shape 122"/>
        <p:cNvGrpSpPr/>
        <p:nvPr/>
      </p:nvGrpSpPr>
      <p:grpSpPr>
        <a:xfrm>
          <a:off x="0" y="0"/>
          <a:ext cx="0" cy="0"/>
          <a:chOff x="0" y="0"/>
          <a:chExt cx="0" cy="0"/>
        </a:xfrm>
      </p:grpSpPr>
      <p:sp>
        <p:nvSpPr>
          <p:cNvPr id="2" name="Google Shape;123;p23"/>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24;p23"/>
          <p:cNvSpPr txBox="1"/>
          <p:nvPr/>
        </p:nvSpPr>
        <p:spPr>
          <a:xfrm>
            <a:off x="3889635" y="609600"/>
            <a:ext cx="45944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Electrical &amp; Electronics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25;p23"/>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26;p23"/>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27;p23"/>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 name="Google Shape;128;p23"/>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29" name="Google Shape;129;p23"/>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matchingName="ECE ">
  <p:cSld name="ECE ">
    <p:spTree>
      <p:nvGrpSpPr>
        <p:cNvPr id="1" name="Shape 130"/>
        <p:cNvGrpSpPr/>
        <p:nvPr/>
      </p:nvGrpSpPr>
      <p:grpSpPr>
        <a:xfrm>
          <a:off x="0" y="0"/>
          <a:ext cx="0" cy="0"/>
          <a:chOff x="0" y="0"/>
          <a:chExt cx="0" cy="0"/>
        </a:xfrm>
      </p:grpSpPr>
      <p:sp>
        <p:nvSpPr>
          <p:cNvPr id="2" name="Google Shape;131;p24"/>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32;p24"/>
          <p:cNvSpPr txBox="1"/>
          <p:nvPr/>
        </p:nvSpPr>
        <p:spPr>
          <a:xfrm>
            <a:off x="3889633" y="406396"/>
            <a:ext cx="4076000" cy="12552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Electronics &amp; Communication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1987</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33;p2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223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34;p24"/>
          <p:cNvCxnSpPr>
            <a:cxnSpLocks noChangeShapeType="1"/>
          </p:cNvCxnSpPr>
          <p:nvPr/>
        </p:nvCxnSpPr>
        <p:spPr bwMode="auto">
          <a:xfrm>
            <a:off x="3723217" y="6350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35;p24"/>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 name="Google Shape;136;p24"/>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37" name="Google Shape;137;p24"/>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matchingName="EIE ">
  <p:cSld name="EIE ">
    <p:spTree>
      <p:nvGrpSpPr>
        <p:cNvPr id="1" name="Shape 138"/>
        <p:cNvGrpSpPr/>
        <p:nvPr/>
      </p:nvGrpSpPr>
      <p:grpSpPr>
        <a:xfrm>
          <a:off x="0" y="0"/>
          <a:ext cx="0" cy="0"/>
          <a:chOff x="0" y="0"/>
          <a:chExt cx="0" cy="0"/>
        </a:xfrm>
      </p:grpSpPr>
      <p:sp>
        <p:nvSpPr>
          <p:cNvPr id="2" name="Google Shape;139;p25"/>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40;p25"/>
          <p:cNvSpPr txBox="1"/>
          <p:nvPr/>
        </p:nvSpPr>
        <p:spPr>
          <a:xfrm>
            <a:off x="3889627" y="4461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Electronics &amp; Instrumentation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2006</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41;p25"/>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704852"/>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42;p25"/>
          <p:cNvCxnSpPr>
            <a:cxnSpLocks noChangeShapeType="1"/>
          </p:cNvCxnSpPr>
          <p:nvPr/>
        </p:nvCxnSpPr>
        <p:spPr bwMode="auto">
          <a:xfrm>
            <a:off x="3723217" y="7175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43;p25"/>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 name="Google Shape;144;p25"/>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45" name="Google Shape;145;p25"/>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matchingName="FT ">
  <p:cSld name="FT ">
    <p:spTree>
      <p:nvGrpSpPr>
        <p:cNvPr id="1" name="Shape 146"/>
        <p:cNvGrpSpPr/>
        <p:nvPr/>
      </p:nvGrpSpPr>
      <p:grpSpPr>
        <a:xfrm>
          <a:off x="0" y="0"/>
          <a:ext cx="0" cy="0"/>
          <a:chOff x="0" y="0"/>
          <a:chExt cx="0" cy="0"/>
        </a:xfrm>
      </p:grpSpPr>
      <p:sp>
        <p:nvSpPr>
          <p:cNvPr id="2" name="Google Shape;147;p26"/>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48;p26"/>
          <p:cNvSpPr txBox="1"/>
          <p:nvPr/>
        </p:nvSpPr>
        <p:spPr>
          <a:xfrm>
            <a:off x="3889627" y="5080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Fashion Technology</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2002</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49;p2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5630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50;p26"/>
          <p:cNvCxnSpPr>
            <a:cxnSpLocks noChangeShapeType="1"/>
          </p:cNvCxnSpPr>
          <p:nvPr/>
        </p:nvCxnSpPr>
        <p:spPr bwMode="auto">
          <a:xfrm>
            <a:off x="3723217" y="5778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51;p26"/>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Google Shape;152;p26"/>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53" name="Google Shape;153;p26"/>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matchingName="ISE ">
  <p:cSld name="ISE ">
    <p:spTree>
      <p:nvGrpSpPr>
        <p:cNvPr id="1" name="Shape 154"/>
        <p:cNvGrpSpPr/>
        <p:nvPr/>
      </p:nvGrpSpPr>
      <p:grpSpPr>
        <a:xfrm>
          <a:off x="0" y="0"/>
          <a:ext cx="0" cy="0"/>
          <a:chOff x="0" y="0"/>
          <a:chExt cx="0" cy="0"/>
        </a:xfrm>
      </p:grpSpPr>
      <p:sp>
        <p:nvSpPr>
          <p:cNvPr id="2" name="Google Shape;155;p27"/>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56;p27"/>
          <p:cNvSpPr txBox="1"/>
          <p:nvPr/>
        </p:nvSpPr>
        <p:spPr>
          <a:xfrm>
            <a:off x="3889627" y="4912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Information Science &amp;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2018</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57;p2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749301"/>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58;p27"/>
          <p:cNvCxnSpPr>
            <a:cxnSpLocks noChangeShapeType="1"/>
          </p:cNvCxnSpPr>
          <p:nvPr/>
        </p:nvCxnSpPr>
        <p:spPr bwMode="auto">
          <a:xfrm>
            <a:off x="3723217" y="764117"/>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59;p27"/>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 name="Google Shape;160;p27"/>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61" name="Google Shape;161;p27"/>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matchingName="IT ">
  <p:cSld name="IT ">
    <p:spTree>
      <p:nvGrpSpPr>
        <p:cNvPr id="1" name="Shape 162"/>
        <p:cNvGrpSpPr/>
        <p:nvPr/>
      </p:nvGrpSpPr>
      <p:grpSpPr>
        <a:xfrm>
          <a:off x="0" y="0"/>
          <a:ext cx="0" cy="0"/>
          <a:chOff x="0" y="0"/>
          <a:chExt cx="0" cy="0"/>
        </a:xfrm>
      </p:grpSpPr>
      <p:sp>
        <p:nvSpPr>
          <p:cNvPr id="2" name="Google Shape;163;p28"/>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64;p28"/>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Information Technology</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1998</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65;p2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66;p28"/>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67;p28"/>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 name="Google Shape;168;p28"/>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69" name="Google Shape;169;p28"/>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matchingName="MBA ">
  <p:cSld name="MBA ">
    <p:spTree>
      <p:nvGrpSpPr>
        <p:cNvPr id="1" name="Shape 170"/>
        <p:cNvGrpSpPr/>
        <p:nvPr/>
      </p:nvGrpSpPr>
      <p:grpSpPr>
        <a:xfrm>
          <a:off x="0" y="0"/>
          <a:ext cx="0" cy="0"/>
          <a:chOff x="0" y="0"/>
          <a:chExt cx="0" cy="0"/>
        </a:xfrm>
      </p:grpSpPr>
      <p:sp>
        <p:nvSpPr>
          <p:cNvPr id="2" name="Google Shape;171;p29"/>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72;p29"/>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Management Studies</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2009</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73;p2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74;p29"/>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75;p29"/>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 name="Google Shape;176;p29"/>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77" name="Google Shape;177;p29"/>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matchingName="Mech ">
  <p:cSld name="Mech ">
    <p:spTree>
      <p:nvGrpSpPr>
        <p:cNvPr id="1" name="Shape 178"/>
        <p:cNvGrpSpPr/>
        <p:nvPr/>
      </p:nvGrpSpPr>
      <p:grpSpPr>
        <a:xfrm>
          <a:off x="0" y="0"/>
          <a:ext cx="0" cy="0"/>
          <a:chOff x="0" y="0"/>
          <a:chExt cx="0" cy="0"/>
        </a:xfrm>
      </p:grpSpPr>
      <p:sp>
        <p:nvSpPr>
          <p:cNvPr id="2" name="Google Shape;179;p30"/>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80;p30"/>
          <p:cNvSpPr txBox="1"/>
          <p:nvPr/>
        </p:nvSpPr>
        <p:spPr>
          <a:xfrm>
            <a:off x="3889627" y="6047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Mechanical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81;p30"/>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82;p30"/>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83;p30"/>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 name="Google Shape;184;p30"/>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85" name="Google Shape;185;p30"/>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matchingName="Mechatronics ">
  <p:cSld name="Mechatronics ">
    <p:spTree>
      <p:nvGrpSpPr>
        <p:cNvPr id="1" name="Shape 186"/>
        <p:cNvGrpSpPr/>
        <p:nvPr/>
      </p:nvGrpSpPr>
      <p:grpSpPr>
        <a:xfrm>
          <a:off x="0" y="0"/>
          <a:ext cx="0" cy="0"/>
          <a:chOff x="0" y="0"/>
          <a:chExt cx="0" cy="0"/>
        </a:xfrm>
      </p:grpSpPr>
      <p:sp>
        <p:nvSpPr>
          <p:cNvPr id="2" name="Google Shape;187;p31"/>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88;p31"/>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Mechatronics Engineering</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1999</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89;p31"/>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90;p31"/>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91;p31"/>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 name="Google Shape;192;p31"/>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193" name="Google Shape;193;p31"/>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matchingName="S&amp;H physics ">
  <p:cSld name="S&amp;H physics ">
    <p:spTree>
      <p:nvGrpSpPr>
        <p:cNvPr id="1" name="Shape 194"/>
        <p:cNvGrpSpPr/>
        <p:nvPr/>
      </p:nvGrpSpPr>
      <p:grpSpPr>
        <a:xfrm>
          <a:off x="0" y="0"/>
          <a:ext cx="0" cy="0"/>
          <a:chOff x="0" y="0"/>
          <a:chExt cx="0" cy="0"/>
        </a:xfrm>
      </p:grpSpPr>
      <p:sp>
        <p:nvSpPr>
          <p:cNvPr id="2" name="Google Shape;195;p32"/>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196;p32"/>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Science &amp; Humanities - Physics</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197;p32"/>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198;p32"/>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199;p3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Google Shape;200;p32"/>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01" name="Google Shape;201;p32"/>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matchingName="S&amp;H chemistry ">
  <p:cSld name="S&amp;H chemistry ">
    <p:spTree>
      <p:nvGrpSpPr>
        <p:cNvPr id="1" name="Shape 202"/>
        <p:cNvGrpSpPr/>
        <p:nvPr/>
      </p:nvGrpSpPr>
      <p:grpSpPr>
        <a:xfrm>
          <a:off x="0" y="0"/>
          <a:ext cx="0" cy="0"/>
          <a:chOff x="0" y="0"/>
          <a:chExt cx="0" cy="0"/>
        </a:xfrm>
      </p:grpSpPr>
      <p:sp>
        <p:nvSpPr>
          <p:cNvPr id="2" name="Google Shape;203;p33"/>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04;p33"/>
          <p:cNvSpPr txBox="1"/>
          <p:nvPr/>
        </p:nvSpPr>
        <p:spPr>
          <a:xfrm>
            <a:off x="3889627" y="6047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Science &amp; Humanities - Chemistry</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05;p33"/>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06;p33"/>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07;p33"/>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 name="Google Shape;208;p33"/>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09" name="Google Shape;209;p33"/>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matchingName="S&amp;H Maths ">
  <p:cSld name="S&amp;H Maths ">
    <p:spTree>
      <p:nvGrpSpPr>
        <p:cNvPr id="1" name="Shape 210"/>
        <p:cNvGrpSpPr/>
        <p:nvPr/>
      </p:nvGrpSpPr>
      <p:grpSpPr>
        <a:xfrm>
          <a:off x="0" y="0"/>
          <a:ext cx="0" cy="0"/>
          <a:chOff x="0" y="0"/>
          <a:chExt cx="0" cy="0"/>
        </a:xfrm>
      </p:grpSpPr>
      <p:sp>
        <p:nvSpPr>
          <p:cNvPr id="2" name="Google Shape;211;p34"/>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12;p34"/>
          <p:cNvSpPr txBox="1"/>
          <p:nvPr/>
        </p:nvSpPr>
        <p:spPr>
          <a:xfrm>
            <a:off x="3889635" y="604767"/>
            <a:ext cx="4614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Science &amp; Humanities - Mathematics</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13;p3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14;p34"/>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15;p34"/>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 name="Google Shape;216;p34"/>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17" name="Google Shape;217;p34"/>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matchingName="S&amp;H English ">
  <p:cSld name="S&amp;H English ">
    <p:spTree>
      <p:nvGrpSpPr>
        <p:cNvPr id="1" name="Shape 218"/>
        <p:cNvGrpSpPr/>
        <p:nvPr/>
      </p:nvGrpSpPr>
      <p:grpSpPr>
        <a:xfrm>
          <a:off x="0" y="0"/>
          <a:ext cx="0" cy="0"/>
          <a:chOff x="0" y="0"/>
          <a:chExt cx="0" cy="0"/>
        </a:xfrm>
      </p:grpSpPr>
      <p:sp>
        <p:nvSpPr>
          <p:cNvPr id="2" name="Google Shape;219;p35"/>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20;p35"/>
          <p:cNvSpPr txBox="1"/>
          <p:nvPr/>
        </p:nvSpPr>
        <p:spPr>
          <a:xfrm>
            <a:off x="3889627" y="6047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Science &amp; Humanities - English</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21;p35"/>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22;p35"/>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23;p35"/>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 name="Google Shape;224;p35"/>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25" name="Google Shape;225;p35"/>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matchingName="TXT ">
  <p:cSld name="TXT ">
    <p:spTree>
      <p:nvGrpSpPr>
        <p:cNvPr id="1" name="Shape 226"/>
        <p:cNvGrpSpPr/>
        <p:nvPr/>
      </p:nvGrpSpPr>
      <p:grpSpPr>
        <a:xfrm>
          <a:off x="0" y="0"/>
          <a:ext cx="0" cy="0"/>
          <a:chOff x="0" y="0"/>
          <a:chExt cx="0" cy="0"/>
        </a:xfrm>
      </p:grpSpPr>
      <p:sp>
        <p:nvSpPr>
          <p:cNvPr id="2" name="Google Shape;227;p36"/>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28;p36"/>
          <p:cNvSpPr txBox="1"/>
          <p:nvPr/>
        </p:nvSpPr>
        <p:spPr>
          <a:xfrm>
            <a:off x="3889627" y="6047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Textile Technology</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1995</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29;p3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30;p36"/>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31;p36"/>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 name="Google Shape;232;p36"/>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33" name="Google Shape;233;p36"/>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matchingName="Exam cell ">
  <p:cSld name="Exam cell ">
    <p:spTree>
      <p:nvGrpSpPr>
        <p:cNvPr id="1" name="Shape 234"/>
        <p:cNvGrpSpPr/>
        <p:nvPr/>
      </p:nvGrpSpPr>
      <p:grpSpPr>
        <a:xfrm>
          <a:off x="0" y="0"/>
          <a:ext cx="0" cy="0"/>
          <a:chOff x="0" y="0"/>
          <a:chExt cx="0" cy="0"/>
        </a:xfrm>
      </p:grpSpPr>
      <p:sp>
        <p:nvSpPr>
          <p:cNvPr id="2" name="Google Shape;235;p37"/>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36;p37"/>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Examination Cell</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37;p3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38;p37"/>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39;p37"/>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 name="Google Shape;240;p37"/>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41" name="Google Shape;241;p37"/>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matchingName="Human Excellence ">
  <p:cSld name="Human Excellence ">
    <p:spTree>
      <p:nvGrpSpPr>
        <p:cNvPr id="1" name="Shape 242"/>
        <p:cNvGrpSpPr/>
        <p:nvPr/>
      </p:nvGrpSpPr>
      <p:grpSpPr>
        <a:xfrm>
          <a:off x="0" y="0"/>
          <a:ext cx="0" cy="0"/>
          <a:chOff x="0" y="0"/>
          <a:chExt cx="0" cy="0"/>
        </a:xfrm>
      </p:grpSpPr>
      <p:sp>
        <p:nvSpPr>
          <p:cNvPr id="2" name="Google Shape;243;p38"/>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44;p38"/>
          <p:cNvSpPr txBox="1"/>
          <p:nvPr/>
        </p:nvSpPr>
        <p:spPr>
          <a:xfrm>
            <a:off x="3889627" y="609600"/>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Human Excellence </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2009</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45;p3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4634"/>
            <a:ext cx="27178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46;p38"/>
          <p:cNvCxnSpPr>
            <a:cxnSpLocks noChangeShapeType="1"/>
          </p:cNvCxnSpPr>
          <p:nvPr/>
        </p:nvCxnSpPr>
        <p:spPr bwMode="auto">
          <a:xfrm>
            <a:off x="3723217" y="679451"/>
            <a:ext cx="0" cy="759883"/>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47;p38"/>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8" name="Google Shape;248;p38"/>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49" name="Google Shape;249;p38"/>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matchingName="Library ">
  <p:cSld name="Library ">
    <p:spTree>
      <p:nvGrpSpPr>
        <p:cNvPr id="1" name="Shape 250"/>
        <p:cNvGrpSpPr/>
        <p:nvPr/>
      </p:nvGrpSpPr>
      <p:grpSpPr>
        <a:xfrm>
          <a:off x="0" y="0"/>
          <a:ext cx="0" cy="0"/>
          <a:chOff x="0" y="0"/>
          <a:chExt cx="0" cy="0"/>
        </a:xfrm>
      </p:grpSpPr>
      <p:sp>
        <p:nvSpPr>
          <p:cNvPr id="2" name="Google Shape;251;p39"/>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52;p39"/>
          <p:cNvSpPr txBox="1"/>
          <p:nvPr/>
        </p:nvSpPr>
        <p:spPr>
          <a:xfrm>
            <a:off x="3889627" y="6047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Library </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53;p3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54;p39"/>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55;p39"/>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 name="Google Shape;256;p39"/>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57" name="Google Shape;257;p39"/>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matchingName="PED ">
  <p:cSld name="PED ">
    <p:spTree>
      <p:nvGrpSpPr>
        <p:cNvPr id="1" name="Shape 258"/>
        <p:cNvGrpSpPr/>
        <p:nvPr/>
      </p:nvGrpSpPr>
      <p:grpSpPr>
        <a:xfrm>
          <a:off x="0" y="0"/>
          <a:ext cx="0" cy="0"/>
          <a:chOff x="0" y="0"/>
          <a:chExt cx="0" cy="0"/>
        </a:xfrm>
      </p:grpSpPr>
      <p:sp>
        <p:nvSpPr>
          <p:cNvPr id="2" name="Google Shape;259;p40"/>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60;p40"/>
          <p:cNvSpPr txBox="1"/>
          <p:nvPr/>
        </p:nvSpPr>
        <p:spPr>
          <a:xfrm>
            <a:off x="3889627" y="6047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Physical Education </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1984</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61;p40"/>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62;p40"/>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63;p40"/>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l="38322" t="10147" r="13428" b="27563"/>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4" name="Google Shape;264;p40"/>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65" name="Google Shape;265;p40"/>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matchingName="vivekananda ">
  <p:cSld name="vivekananda ">
    <p:spTree>
      <p:nvGrpSpPr>
        <p:cNvPr id="1" name="Shape 266"/>
        <p:cNvGrpSpPr/>
        <p:nvPr/>
      </p:nvGrpSpPr>
      <p:grpSpPr>
        <a:xfrm>
          <a:off x="0" y="0"/>
          <a:ext cx="0" cy="0"/>
          <a:chOff x="0" y="0"/>
          <a:chExt cx="0" cy="0"/>
        </a:xfrm>
      </p:grpSpPr>
      <p:sp>
        <p:nvSpPr>
          <p:cNvPr id="2" name="Google Shape;267;p41"/>
          <p:cNvSpPr>
            <a:spLocks noChangeArrowheads="1"/>
          </p:cNvSpPr>
          <p:nvPr/>
        </p:nvSpPr>
        <p:spPr bwMode="auto">
          <a:xfrm>
            <a:off x="0" y="0"/>
            <a:ext cx="12192000" cy="6858000"/>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268;p41"/>
          <p:cNvSpPr txBox="1"/>
          <p:nvPr/>
        </p:nvSpPr>
        <p:spPr>
          <a:xfrm>
            <a:off x="3889627" y="604767"/>
            <a:ext cx="4076000" cy="813600"/>
          </a:xfrm>
          <a:prstGeom prst="rect">
            <a:avLst/>
          </a:prstGeom>
          <a:noFill/>
          <a:ln>
            <a:noFill/>
          </a:ln>
        </p:spPr>
        <p:txBody>
          <a:bodyPr spcFirstLastPara="1" lIns="121900" tIns="121900" rIns="121900" bIns="121900"/>
          <a:lstStyle/>
          <a:p>
            <a:pPr eaLnBrk="1" fontAlgn="auto" hangingPunct="1">
              <a:spcBef>
                <a:spcPts val="0"/>
              </a:spcBef>
              <a:spcAft>
                <a:spcPts val="0"/>
              </a:spcAft>
              <a:buClr>
                <a:srgbClr val="000000"/>
              </a:buClr>
              <a:buFont typeface="Arial" panose="020B0604020202020204"/>
              <a:buNone/>
              <a:defRPr/>
            </a:pPr>
            <a:r>
              <a:rPr lang="en-GB" sz="1735" kern="0">
                <a:latin typeface="Montserrat"/>
                <a:ea typeface="Montserrat"/>
                <a:cs typeface="Montserrat"/>
                <a:sym typeface="Montserrat"/>
              </a:rPr>
              <a:t>Department of </a:t>
            </a:r>
            <a:endParaRPr sz="1735"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735" b="1" kern="0">
                <a:latin typeface="Montserrat"/>
                <a:ea typeface="Montserrat"/>
                <a:cs typeface="Montserrat"/>
                <a:sym typeface="Montserrat"/>
              </a:rPr>
              <a:t>Swami Vivekananda Study Centre </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r>
              <a:rPr lang="en-GB" sz="1400" kern="0">
                <a:solidFill>
                  <a:schemeClr val="dk1"/>
                </a:solidFill>
                <a:highlight>
                  <a:srgbClr val="FFFFFF"/>
                </a:highlight>
                <a:latin typeface="Montserrat"/>
                <a:ea typeface="Montserrat"/>
                <a:cs typeface="Montserrat"/>
                <a:sym typeface="Montserrat"/>
              </a:rPr>
              <a:t>Since 2011</a:t>
            </a:r>
            <a:endParaRPr sz="1735" b="1" kern="0">
              <a:latin typeface="Montserrat"/>
              <a:ea typeface="Montserrat"/>
              <a:cs typeface="Montserrat"/>
              <a:sym typeface="Montserrat"/>
            </a:endParaRPr>
          </a:p>
          <a:p>
            <a:pPr eaLnBrk="1" fontAlgn="auto" hangingPunct="1">
              <a:spcBef>
                <a:spcPts val="0"/>
              </a:spcBef>
              <a:spcAft>
                <a:spcPts val="0"/>
              </a:spcAft>
              <a:buClr>
                <a:srgbClr val="000000"/>
              </a:buClr>
              <a:buFont typeface="Arial" panose="020B0604020202020204"/>
              <a:buNone/>
              <a:defRPr/>
            </a:pPr>
            <a:endParaRPr sz="1735" kern="0">
              <a:latin typeface="Montserrat"/>
              <a:ea typeface="Montserrat"/>
              <a:cs typeface="Montserrat"/>
              <a:sym typeface="Montserrat"/>
            </a:endParaRPr>
          </a:p>
        </p:txBody>
      </p:sp>
      <p:pic>
        <p:nvPicPr>
          <p:cNvPr id="4" name="Google Shape;269;p41"/>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67" y="660401"/>
            <a:ext cx="2717800"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Google Shape;270;p41"/>
          <p:cNvCxnSpPr>
            <a:cxnSpLocks noChangeShapeType="1"/>
          </p:cNvCxnSpPr>
          <p:nvPr/>
        </p:nvCxnSpPr>
        <p:spPr bwMode="auto">
          <a:xfrm>
            <a:off x="3723217" y="673101"/>
            <a:ext cx="0" cy="759884"/>
          </a:xfrm>
          <a:prstGeom prst="straightConnector1">
            <a:avLst/>
          </a:prstGeom>
          <a:noFill/>
          <a:ln w="9525">
            <a:solidFill>
              <a:srgbClr val="1E2843"/>
            </a:solidFill>
            <a:round/>
          </a:ln>
          <a:extLst>
            <a:ext uri="{909E8E84-426E-40DD-AFC4-6F175D3DCCD1}">
              <a14:hiddenFill xmlns:a14="http://schemas.microsoft.com/office/drawing/2010/main">
                <a:noFill/>
              </a14:hiddenFill>
            </a:ext>
          </a:extLst>
        </p:spPr>
      </p:cxnSp>
      <p:pic>
        <p:nvPicPr>
          <p:cNvPr id="6" name="Google Shape;271;p41"/>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0818" y="0"/>
            <a:ext cx="35411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Google Shape;272;p41"/>
          <p:cNvSpPr txBox="1">
            <a:spLocks noGrp="1"/>
          </p:cNvSpPr>
          <p:nvPr>
            <p:ph type="ctrTitle"/>
          </p:nvPr>
        </p:nvSpPr>
        <p:spPr>
          <a:xfrm>
            <a:off x="634400" y="2792000"/>
            <a:ext cx="8016000" cy="2387600"/>
          </a:xfrm>
          <a:prstGeom prst="rect">
            <a:avLst/>
          </a:prstGeom>
          <a:noFill/>
          <a:ln>
            <a:noFill/>
          </a:ln>
        </p:spPr>
        <p:txBody>
          <a:bodyPr spcFirstLastPara="1" anchor="b">
            <a:noAutofit/>
          </a:bodyPr>
          <a:lstStyle>
            <a:lvl1pPr lvl="0"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73" name="Google Shape;273;p41"/>
          <p:cNvSpPr txBox="1">
            <a:spLocks noGrp="1"/>
          </p:cNvSpPr>
          <p:nvPr>
            <p:ph type="subTitle" idx="1"/>
          </p:nvPr>
        </p:nvSpPr>
        <p:spPr>
          <a:xfrm>
            <a:off x="634400" y="5271668"/>
            <a:ext cx="8016000" cy="813600"/>
          </a:xfrm>
          <a:prstGeom prst="rect">
            <a:avLst/>
          </a:prstGeom>
          <a:noFill/>
          <a:ln>
            <a:noFill/>
          </a:ln>
        </p:spPr>
        <p:txBody>
          <a:bodyPr spcFirstLastPara="1">
            <a:noAutofit/>
          </a:bodyPr>
          <a:lstStyle>
            <a:lvl1pPr lvl="0" rtl="0">
              <a:lnSpc>
                <a:spcPct val="90000"/>
              </a:lnSpc>
              <a:spcBef>
                <a:spcPts val="1065"/>
              </a:spcBef>
              <a:spcAft>
                <a:spcPts val="0"/>
              </a:spcAft>
              <a:buClr>
                <a:schemeClr val="lt1"/>
              </a:buClr>
              <a:buSzPts val="1800"/>
              <a:buNone/>
              <a:defRPr sz="2400"/>
            </a:lvl1pPr>
            <a:lvl2pPr lvl="1" rtl="0">
              <a:lnSpc>
                <a:spcPct val="90000"/>
              </a:lnSpc>
              <a:spcBef>
                <a:spcPts val="535"/>
              </a:spcBef>
              <a:spcAft>
                <a:spcPts val="0"/>
              </a:spcAft>
              <a:buClr>
                <a:schemeClr val="lt1"/>
              </a:buClr>
              <a:buSzPts val="1500"/>
              <a:buNone/>
              <a:defRPr sz="2000"/>
            </a:lvl2pPr>
            <a:lvl3pPr lvl="2" rtl="0">
              <a:lnSpc>
                <a:spcPct val="90000"/>
              </a:lnSpc>
              <a:spcBef>
                <a:spcPts val="535"/>
              </a:spcBef>
              <a:spcAft>
                <a:spcPts val="0"/>
              </a:spcAft>
              <a:buClr>
                <a:schemeClr val="lt1"/>
              </a:buClr>
              <a:buSzPts val="1400"/>
              <a:buNone/>
              <a:defRPr sz="1865"/>
            </a:lvl3pPr>
            <a:lvl4pPr lvl="3" rtl="0">
              <a:lnSpc>
                <a:spcPct val="90000"/>
              </a:lnSpc>
              <a:spcBef>
                <a:spcPts val="535"/>
              </a:spcBef>
              <a:spcAft>
                <a:spcPts val="0"/>
              </a:spcAft>
              <a:buClr>
                <a:schemeClr val="lt1"/>
              </a:buClr>
              <a:buSzPts val="1200"/>
              <a:buNone/>
              <a:defRPr sz="1600"/>
            </a:lvl4pPr>
            <a:lvl5pPr lvl="4" rtl="0">
              <a:lnSpc>
                <a:spcPct val="90000"/>
              </a:lnSpc>
              <a:spcBef>
                <a:spcPts val="535"/>
              </a:spcBef>
              <a:spcAft>
                <a:spcPts val="0"/>
              </a:spcAft>
              <a:buClr>
                <a:schemeClr val="lt1"/>
              </a:buClr>
              <a:buSzPts val="1200"/>
              <a:buNone/>
              <a:defRPr sz="1600"/>
            </a:lvl5pPr>
            <a:lvl6pPr lvl="5" rtl="0">
              <a:lnSpc>
                <a:spcPct val="90000"/>
              </a:lnSpc>
              <a:spcBef>
                <a:spcPts val="535"/>
              </a:spcBef>
              <a:spcAft>
                <a:spcPts val="0"/>
              </a:spcAft>
              <a:buClr>
                <a:schemeClr val="dk1"/>
              </a:buClr>
              <a:buSzPts val="1200"/>
              <a:buNone/>
              <a:defRPr sz="1600"/>
            </a:lvl6pPr>
            <a:lvl7pPr lvl="6" rtl="0">
              <a:lnSpc>
                <a:spcPct val="90000"/>
              </a:lnSpc>
              <a:spcBef>
                <a:spcPts val="535"/>
              </a:spcBef>
              <a:spcAft>
                <a:spcPts val="0"/>
              </a:spcAft>
              <a:buClr>
                <a:schemeClr val="dk1"/>
              </a:buClr>
              <a:buSzPts val="1200"/>
              <a:buNone/>
              <a:defRPr sz="1600"/>
            </a:lvl7pPr>
            <a:lvl8pPr lvl="7" rtl="0">
              <a:lnSpc>
                <a:spcPct val="90000"/>
              </a:lnSpc>
              <a:spcBef>
                <a:spcPts val="535"/>
              </a:spcBef>
              <a:spcAft>
                <a:spcPts val="0"/>
              </a:spcAft>
              <a:buClr>
                <a:schemeClr val="dk1"/>
              </a:buClr>
              <a:buSzPts val="1200"/>
              <a:buNone/>
              <a:defRPr sz="1600"/>
            </a:lvl8pPr>
            <a:lvl9pPr lvl="8" rtl="0">
              <a:lnSpc>
                <a:spcPct val="90000"/>
              </a:lnSpc>
              <a:spcBef>
                <a:spcPts val="535"/>
              </a:spcBef>
              <a:spcAft>
                <a:spcPts val="0"/>
              </a:spcAft>
              <a:buClr>
                <a:schemeClr val="dk1"/>
              </a:buClr>
              <a:buSzPts val="1200"/>
              <a:buNone/>
              <a:defRPr sz="1600"/>
            </a:lvl9pPr>
          </a:lstStyle>
          <a:p>
            <a:r>
              <a:rPr lang="en-US"/>
              <a:t>Click to edit Master subtitle style</a:t>
            </a:r>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matchingName="Title and Content">
  <p:cSld name="Title and Content">
    <p:spTree>
      <p:nvGrpSpPr>
        <p:cNvPr id="1" name="Shape 274"/>
        <p:cNvGrpSpPr/>
        <p:nvPr/>
      </p:nvGrpSpPr>
      <p:grpSpPr>
        <a:xfrm>
          <a:off x="0" y="0"/>
          <a:ext cx="0" cy="0"/>
          <a:chOff x="0" y="0"/>
          <a:chExt cx="0" cy="0"/>
        </a:xfrm>
      </p:grpSpPr>
      <p:sp>
        <p:nvSpPr>
          <p:cNvPr id="275" name="Google Shape;275;p42"/>
          <p:cNvSpPr txBox="1">
            <a:spLocks noGrp="1"/>
          </p:cNvSpPr>
          <p:nvPr>
            <p:ph type="title"/>
          </p:nvPr>
        </p:nvSpPr>
        <p:spPr>
          <a:xfrm>
            <a:off x="838200" y="365125"/>
            <a:ext cx="10515600" cy="1325600"/>
          </a:xfrm>
          <a:prstGeom prst="rect">
            <a:avLst/>
          </a:prstGeom>
          <a:noFill/>
          <a:ln>
            <a:noFill/>
          </a:ln>
        </p:spPr>
        <p:txBody>
          <a:bodyPr spcFirstLastPara="1">
            <a:noAutofit/>
          </a:bodyPr>
          <a:lstStyle>
            <a:lvl1pPr lvl="0" algn="l" rtl="0">
              <a:lnSpc>
                <a:spcPct val="90000"/>
              </a:lnSpc>
              <a:spcBef>
                <a:spcPts val="0"/>
              </a:spcBef>
              <a:spcAft>
                <a:spcPts val="0"/>
              </a:spcAft>
              <a:buClr>
                <a:schemeClr val="lt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76" name="Google Shape;276;p42"/>
          <p:cNvSpPr txBox="1">
            <a:spLocks noGrp="1"/>
          </p:cNvSpPr>
          <p:nvPr>
            <p:ph type="body" idx="1"/>
          </p:nvPr>
        </p:nvSpPr>
        <p:spPr>
          <a:xfrm>
            <a:off x="838200" y="1825625"/>
            <a:ext cx="10515600" cy="4351200"/>
          </a:xfrm>
          <a:prstGeom prst="rect">
            <a:avLst/>
          </a:prstGeom>
          <a:noFill/>
          <a:ln>
            <a:noFill/>
          </a:ln>
        </p:spPr>
        <p:txBody>
          <a:bodyPr spcFirstLastPara="1">
            <a:noAutofit/>
          </a:bodyPr>
          <a:lstStyle>
            <a:lvl1pPr marL="609600" lvl="0" indent="-423545" algn="l" rtl="0">
              <a:lnSpc>
                <a:spcPct val="90000"/>
              </a:lnSpc>
              <a:spcBef>
                <a:spcPts val="1065"/>
              </a:spcBef>
              <a:spcAft>
                <a:spcPts val="0"/>
              </a:spcAft>
              <a:buClr>
                <a:schemeClr val="lt1"/>
              </a:buClr>
              <a:buSzPts val="1400"/>
              <a:buChar char="•"/>
              <a:defRPr/>
            </a:lvl1pPr>
            <a:lvl2pPr marL="1219200" lvl="1" indent="-423545" algn="l" rtl="0">
              <a:lnSpc>
                <a:spcPct val="90000"/>
              </a:lnSpc>
              <a:spcBef>
                <a:spcPts val="535"/>
              </a:spcBef>
              <a:spcAft>
                <a:spcPts val="0"/>
              </a:spcAft>
              <a:buClr>
                <a:schemeClr val="lt1"/>
              </a:buClr>
              <a:buSzPts val="1400"/>
              <a:buChar char="•"/>
              <a:defRPr/>
            </a:lvl2pPr>
            <a:lvl3pPr marL="1828800" lvl="2" indent="-423545" algn="l" rtl="0">
              <a:lnSpc>
                <a:spcPct val="90000"/>
              </a:lnSpc>
              <a:spcBef>
                <a:spcPts val="535"/>
              </a:spcBef>
              <a:spcAft>
                <a:spcPts val="0"/>
              </a:spcAft>
              <a:buClr>
                <a:schemeClr val="lt1"/>
              </a:buClr>
              <a:buSzPts val="1400"/>
              <a:buChar char="•"/>
              <a:defRPr/>
            </a:lvl3pPr>
            <a:lvl4pPr marL="2438400" lvl="3" indent="-423545" algn="l" rtl="0">
              <a:lnSpc>
                <a:spcPct val="90000"/>
              </a:lnSpc>
              <a:spcBef>
                <a:spcPts val="535"/>
              </a:spcBef>
              <a:spcAft>
                <a:spcPts val="0"/>
              </a:spcAft>
              <a:buClr>
                <a:schemeClr val="lt1"/>
              </a:buClr>
              <a:buSzPts val="1400"/>
              <a:buChar char="•"/>
              <a:defRPr/>
            </a:lvl4pPr>
            <a:lvl5pPr marL="3048000" lvl="4" indent="-423545" algn="l" rtl="0">
              <a:lnSpc>
                <a:spcPct val="90000"/>
              </a:lnSpc>
              <a:spcBef>
                <a:spcPts val="535"/>
              </a:spcBef>
              <a:spcAft>
                <a:spcPts val="0"/>
              </a:spcAft>
              <a:buClr>
                <a:schemeClr val="lt1"/>
              </a:buClr>
              <a:buSzPts val="1400"/>
              <a:buChar char="•"/>
              <a:defRPr/>
            </a:lvl5pPr>
            <a:lvl6pPr marL="3657600" lvl="5" indent="-423545" algn="l" rtl="0">
              <a:lnSpc>
                <a:spcPct val="90000"/>
              </a:lnSpc>
              <a:spcBef>
                <a:spcPts val="535"/>
              </a:spcBef>
              <a:spcAft>
                <a:spcPts val="0"/>
              </a:spcAft>
              <a:buClr>
                <a:schemeClr val="dk1"/>
              </a:buClr>
              <a:buSzPts val="1400"/>
              <a:buChar char="•"/>
              <a:defRPr/>
            </a:lvl6pPr>
            <a:lvl7pPr marL="4267200" lvl="6" indent="-423545" algn="l" rtl="0">
              <a:lnSpc>
                <a:spcPct val="90000"/>
              </a:lnSpc>
              <a:spcBef>
                <a:spcPts val="535"/>
              </a:spcBef>
              <a:spcAft>
                <a:spcPts val="0"/>
              </a:spcAft>
              <a:buClr>
                <a:schemeClr val="dk1"/>
              </a:buClr>
              <a:buSzPts val="1400"/>
              <a:buChar char="•"/>
              <a:defRPr/>
            </a:lvl7pPr>
            <a:lvl8pPr marL="4876800" lvl="7" indent="-423545" algn="l" rtl="0">
              <a:lnSpc>
                <a:spcPct val="90000"/>
              </a:lnSpc>
              <a:spcBef>
                <a:spcPts val="535"/>
              </a:spcBef>
              <a:spcAft>
                <a:spcPts val="0"/>
              </a:spcAft>
              <a:buClr>
                <a:schemeClr val="dk1"/>
              </a:buClr>
              <a:buSzPts val="1400"/>
              <a:buChar char="•"/>
              <a:defRPr/>
            </a:lvl8pPr>
            <a:lvl9pPr marL="5486400" lvl="8" indent="-423545" algn="l" rtl="0">
              <a:lnSpc>
                <a:spcPct val="90000"/>
              </a:lnSpc>
              <a:spcBef>
                <a:spcPts val="535"/>
              </a:spcBef>
              <a:spcAft>
                <a:spcPts val="0"/>
              </a:spcAft>
              <a:buClr>
                <a:schemeClr val="dk1"/>
              </a:buClr>
              <a:buSzPts val="1400"/>
              <a:buChar char="•"/>
              <a:defRPr/>
            </a:lvl9pPr>
          </a:lstStyle>
          <a:p>
            <a:pPr lvl="0"/>
            <a:r>
              <a:rPr lang="en-US"/>
              <a:t>Click to edit Master text styles</a:t>
            </a:r>
            <a:endParaRPr lang="en-US"/>
          </a:p>
        </p:txBody>
      </p:sp>
      <p:sp>
        <p:nvSpPr>
          <p:cNvPr id="2" name="Google Shape;277;p42"/>
          <p:cNvSpPr txBox="1">
            <a:spLocks noGrp="1" noChangeArrowheads="1"/>
          </p:cNvSpPr>
          <p:nvPr>
            <p:ph type="sldNum" idx="10"/>
          </p:nvPr>
        </p:nvSpPr>
        <p:spPr>
          <a:xfrm>
            <a:off x="10606618" y="6318251"/>
            <a:ext cx="747183" cy="364067"/>
          </a:xfrm>
        </p:spPr>
        <p:txBody>
          <a:bodyPr anchor="ctr"/>
          <a:lstStyle>
            <a:lvl1pPr>
              <a:defRPr/>
            </a:lvl1pPr>
          </a:lstStyle>
          <a:p>
            <a:pPr>
              <a:defRPr/>
            </a:pPr>
            <a:fld id="{E4A585B4-3EB6-4B0E-A78C-0588D064D537}" type="slidenum">
              <a:rPr lang="en-US" altLang="en-US"/>
            </a:fld>
            <a:endParaRPr lang="en-US"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matchingName="Section Header">
  <p:cSld name="Section Header">
    <p:spTree>
      <p:nvGrpSpPr>
        <p:cNvPr id="1" name="Shape 278"/>
        <p:cNvGrpSpPr/>
        <p:nvPr/>
      </p:nvGrpSpPr>
      <p:grpSpPr>
        <a:xfrm>
          <a:off x="0" y="0"/>
          <a:ext cx="0" cy="0"/>
          <a:chOff x="0" y="0"/>
          <a:chExt cx="0" cy="0"/>
        </a:xfrm>
      </p:grpSpPr>
      <p:sp>
        <p:nvSpPr>
          <p:cNvPr id="279" name="Google Shape;279;p43"/>
          <p:cNvSpPr txBox="1">
            <a:spLocks noGrp="1"/>
          </p:cNvSpPr>
          <p:nvPr>
            <p:ph type="title"/>
          </p:nvPr>
        </p:nvSpPr>
        <p:spPr>
          <a:xfrm>
            <a:off x="831851" y="-536751"/>
            <a:ext cx="10515600" cy="2852800"/>
          </a:xfrm>
          <a:prstGeom prst="rect">
            <a:avLst/>
          </a:prstGeom>
          <a:noFill/>
          <a:ln>
            <a:noFill/>
          </a:ln>
        </p:spPr>
        <p:txBody>
          <a:bodyPr spcFirstLastPara="1" anchor="b">
            <a:noAutofit/>
          </a:bodyPr>
          <a:lstStyle>
            <a:lvl1pPr lvl="0" algn="l" rtl="0">
              <a:lnSpc>
                <a:spcPct val="90000"/>
              </a:lnSpc>
              <a:spcBef>
                <a:spcPts val="0"/>
              </a:spcBef>
              <a:spcAft>
                <a:spcPts val="0"/>
              </a:spcAft>
              <a:buClr>
                <a:schemeClr val="lt1"/>
              </a:buClr>
              <a:buSzPts val="4500"/>
              <a:buFont typeface="Calibri" panose="020F0502020204030204"/>
              <a:buNone/>
              <a:defRPr sz="60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80" name="Google Shape;280;p43"/>
          <p:cNvSpPr txBox="1">
            <a:spLocks noGrp="1"/>
          </p:cNvSpPr>
          <p:nvPr>
            <p:ph type="body" idx="1"/>
          </p:nvPr>
        </p:nvSpPr>
        <p:spPr>
          <a:xfrm>
            <a:off x="831851" y="2342975"/>
            <a:ext cx="10515600" cy="1500000"/>
          </a:xfrm>
          <a:prstGeom prst="rect">
            <a:avLst/>
          </a:prstGeom>
          <a:noFill/>
          <a:ln>
            <a:noFill/>
          </a:ln>
        </p:spPr>
        <p:txBody>
          <a:bodyPr spcFirstLastPara="1">
            <a:noAutofit/>
          </a:bodyPr>
          <a:lstStyle>
            <a:lvl1pPr marL="609600" lvl="0" indent="-304800" algn="l" rtl="0">
              <a:lnSpc>
                <a:spcPct val="90000"/>
              </a:lnSpc>
              <a:spcBef>
                <a:spcPts val="1065"/>
              </a:spcBef>
              <a:spcAft>
                <a:spcPts val="0"/>
              </a:spcAft>
              <a:buClr>
                <a:srgbClr val="888888"/>
              </a:buClr>
              <a:buSzPts val="1800"/>
              <a:buNone/>
              <a:defRPr sz="2400">
                <a:solidFill>
                  <a:srgbClr val="888888"/>
                </a:solidFill>
              </a:defRPr>
            </a:lvl1pPr>
            <a:lvl2pPr marL="1219200" lvl="1" indent="-304800" algn="l" rtl="0">
              <a:lnSpc>
                <a:spcPct val="90000"/>
              </a:lnSpc>
              <a:spcBef>
                <a:spcPts val="535"/>
              </a:spcBef>
              <a:spcAft>
                <a:spcPts val="0"/>
              </a:spcAft>
              <a:buClr>
                <a:srgbClr val="888888"/>
              </a:buClr>
              <a:buSzPts val="1500"/>
              <a:buNone/>
              <a:defRPr sz="2000">
                <a:solidFill>
                  <a:srgbClr val="888888"/>
                </a:solidFill>
              </a:defRPr>
            </a:lvl2pPr>
            <a:lvl3pPr marL="1828800" lvl="2" indent="-304800" algn="l" rtl="0">
              <a:lnSpc>
                <a:spcPct val="90000"/>
              </a:lnSpc>
              <a:spcBef>
                <a:spcPts val="535"/>
              </a:spcBef>
              <a:spcAft>
                <a:spcPts val="0"/>
              </a:spcAft>
              <a:buClr>
                <a:srgbClr val="888888"/>
              </a:buClr>
              <a:buSzPts val="1400"/>
              <a:buNone/>
              <a:defRPr sz="1865">
                <a:solidFill>
                  <a:srgbClr val="888888"/>
                </a:solidFill>
              </a:defRPr>
            </a:lvl3pPr>
            <a:lvl4pPr marL="2438400" lvl="3" indent="-304800" algn="l" rtl="0">
              <a:lnSpc>
                <a:spcPct val="90000"/>
              </a:lnSpc>
              <a:spcBef>
                <a:spcPts val="535"/>
              </a:spcBef>
              <a:spcAft>
                <a:spcPts val="0"/>
              </a:spcAft>
              <a:buClr>
                <a:srgbClr val="888888"/>
              </a:buClr>
              <a:buSzPts val="1200"/>
              <a:buNone/>
              <a:defRPr sz="1600">
                <a:solidFill>
                  <a:srgbClr val="888888"/>
                </a:solidFill>
              </a:defRPr>
            </a:lvl4pPr>
            <a:lvl5pPr marL="3048000" lvl="4" indent="-304800" algn="l" rtl="0">
              <a:lnSpc>
                <a:spcPct val="90000"/>
              </a:lnSpc>
              <a:spcBef>
                <a:spcPts val="535"/>
              </a:spcBef>
              <a:spcAft>
                <a:spcPts val="0"/>
              </a:spcAft>
              <a:buClr>
                <a:srgbClr val="888888"/>
              </a:buClr>
              <a:buSzPts val="1200"/>
              <a:buNone/>
              <a:defRPr sz="1600">
                <a:solidFill>
                  <a:srgbClr val="888888"/>
                </a:solidFill>
              </a:defRPr>
            </a:lvl5pPr>
            <a:lvl6pPr marL="3657600" lvl="5" indent="-304800" algn="l" rtl="0">
              <a:lnSpc>
                <a:spcPct val="90000"/>
              </a:lnSpc>
              <a:spcBef>
                <a:spcPts val="535"/>
              </a:spcBef>
              <a:spcAft>
                <a:spcPts val="0"/>
              </a:spcAft>
              <a:buClr>
                <a:srgbClr val="888888"/>
              </a:buClr>
              <a:buSzPts val="1200"/>
              <a:buNone/>
              <a:defRPr sz="1600">
                <a:solidFill>
                  <a:srgbClr val="888888"/>
                </a:solidFill>
              </a:defRPr>
            </a:lvl6pPr>
            <a:lvl7pPr marL="4267200" lvl="6" indent="-304800" algn="l" rtl="0">
              <a:lnSpc>
                <a:spcPct val="90000"/>
              </a:lnSpc>
              <a:spcBef>
                <a:spcPts val="535"/>
              </a:spcBef>
              <a:spcAft>
                <a:spcPts val="0"/>
              </a:spcAft>
              <a:buClr>
                <a:srgbClr val="888888"/>
              </a:buClr>
              <a:buSzPts val="1200"/>
              <a:buNone/>
              <a:defRPr sz="1600">
                <a:solidFill>
                  <a:srgbClr val="888888"/>
                </a:solidFill>
              </a:defRPr>
            </a:lvl7pPr>
            <a:lvl8pPr marL="4876800" lvl="7" indent="-304800" algn="l" rtl="0">
              <a:lnSpc>
                <a:spcPct val="90000"/>
              </a:lnSpc>
              <a:spcBef>
                <a:spcPts val="535"/>
              </a:spcBef>
              <a:spcAft>
                <a:spcPts val="0"/>
              </a:spcAft>
              <a:buClr>
                <a:srgbClr val="888888"/>
              </a:buClr>
              <a:buSzPts val="1200"/>
              <a:buNone/>
              <a:defRPr sz="1600">
                <a:solidFill>
                  <a:srgbClr val="888888"/>
                </a:solidFill>
              </a:defRPr>
            </a:lvl8pPr>
            <a:lvl9pPr marL="5486400" lvl="8" indent="-304800" algn="l" rtl="0">
              <a:lnSpc>
                <a:spcPct val="90000"/>
              </a:lnSpc>
              <a:spcBef>
                <a:spcPts val="535"/>
              </a:spcBef>
              <a:spcAft>
                <a:spcPts val="0"/>
              </a:spcAft>
              <a:buClr>
                <a:srgbClr val="888888"/>
              </a:buClr>
              <a:buSzPts val="1200"/>
              <a:buNone/>
              <a:defRPr sz="1600">
                <a:solidFill>
                  <a:srgbClr val="888888"/>
                </a:solidFill>
              </a:defRPr>
            </a:lvl9pPr>
          </a:lstStyle>
          <a:p>
            <a:pPr lvl="0"/>
            <a:r>
              <a:rPr lang="en-US"/>
              <a:t>Click to edit Master text styles</a:t>
            </a:r>
            <a:endParaRPr lang="en-US"/>
          </a:p>
        </p:txBody>
      </p:sp>
      <p:sp>
        <p:nvSpPr>
          <p:cNvPr id="2" name="Google Shape;281;p43"/>
          <p:cNvSpPr txBox="1">
            <a:spLocks noGrp="1" noChangeArrowheads="1"/>
          </p:cNvSpPr>
          <p:nvPr>
            <p:ph type="sldNum" idx="10"/>
          </p:nvPr>
        </p:nvSpPr>
        <p:spPr>
          <a:xfrm>
            <a:off x="10606618" y="6318251"/>
            <a:ext cx="747183" cy="364067"/>
          </a:xfrm>
        </p:spPr>
        <p:txBody>
          <a:bodyPr anchor="ctr"/>
          <a:lstStyle>
            <a:lvl1pPr>
              <a:defRPr/>
            </a:lvl1pPr>
          </a:lstStyle>
          <a:p>
            <a:pPr>
              <a:defRPr/>
            </a:pPr>
            <a:fld id="{CF344F23-75EE-428A-9A27-E205E92C5926}" type="slidenum">
              <a:rPr lang="en-US" altLang="en-US"/>
            </a:fld>
            <a:endParaRPr lang="en-US"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matchingName="Two Content">
  <p:cSld name="Two Content">
    <p:spTree>
      <p:nvGrpSpPr>
        <p:cNvPr id="1" name="Shape 282"/>
        <p:cNvGrpSpPr/>
        <p:nvPr/>
      </p:nvGrpSpPr>
      <p:grpSpPr>
        <a:xfrm>
          <a:off x="0" y="0"/>
          <a:ext cx="0" cy="0"/>
          <a:chOff x="0" y="0"/>
          <a:chExt cx="0" cy="0"/>
        </a:xfrm>
      </p:grpSpPr>
      <p:sp>
        <p:nvSpPr>
          <p:cNvPr id="283" name="Google Shape;283;p44"/>
          <p:cNvSpPr txBox="1">
            <a:spLocks noGrp="1"/>
          </p:cNvSpPr>
          <p:nvPr>
            <p:ph type="title"/>
          </p:nvPr>
        </p:nvSpPr>
        <p:spPr>
          <a:xfrm>
            <a:off x="838200" y="365125"/>
            <a:ext cx="10515600" cy="1325600"/>
          </a:xfrm>
          <a:prstGeom prst="rect">
            <a:avLst/>
          </a:prstGeom>
          <a:noFill/>
          <a:ln>
            <a:noFill/>
          </a:ln>
        </p:spPr>
        <p:txBody>
          <a:bodyPr spcFirstLastPara="1">
            <a:noAutofit/>
          </a:bodyPr>
          <a:lstStyle>
            <a:lvl1pPr lvl="0" algn="l" rtl="0">
              <a:lnSpc>
                <a:spcPct val="90000"/>
              </a:lnSpc>
              <a:spcBef>
                <a:spcPts val="0"/>
              </a:spcBef>
              <a:spcAft>
                <a:spcPts val="0"/>
              </a:spcAft>
              <a:buClr>
                <a:schemeClr val="lt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84" name="Google Shape;284;p44"/>
          <p:cNvSpPr txBox="1">
            <a:spLocks noGrp="1"/>
          </p:cNvSpPr>
          <p:nvPr>
            <p:ph type="body" idx="1"/>
          </p:nvPr>
        </p:nvSpPr>
        <p:spPr>
          <a:xfrm>
            <a:off x="838200" y="1825625"/>
            <a:ext cx="5181600" cy="4351200"/>
          </a:xfrm>
          <a:prstGeom prst="rect">
            <a:avLst/>
          </a:prstGeom>
          <a:noFill/>
          <a:ln>
            <a:noFill/>
          </a:ln>
        </p:spPr>
        <p:txBody>
          <a:bodyPr spcFirstLastPara="1">
            <a:noAutofit/>
          </a:bodyPr>
          <a:lstStyle>
            <a:lvl1pPr marL="609600" lvl="0" indent="-423545" algn="l" rtl="0">
              <a:lnSpc>
                <a:spcPct val="90000"/>
              </a:lnSpc>
              <a:spcBef>
                <a:spcPts val="1065"/>
              </a:spcBef>
              <a:spcAft>
                <a:spcPts val="0"/>
              </a:spcAft>
              <a:buClr>
                <a:schemeClr val="lt1"/>
              </a:buClr>
              <a:buSzPts val="1400"/>
              <a:buChar char="•"/>
              <a:defRPr/>
            </a:lvl1pPr>
            <a:lvl2pPr marL="1219200" lvl="1" indent="-423545" algn="l" rtl="0">
              <a:lnSpc>
                <a:spcPct val="90000"/>
              </a:lnSpc>
              <a:spcBef>
                <a:spcPts val="535"/>
              </a:spcBef>
              <a:spcAft>
                <a:spcPts val="0"/>
              </a:spcAft>
              <a:buClr>
                <a:schemeClr val="lt1"/>
              </a:buClr>
              <a:buSzPts val="1400"/>
              <a:buChar char="•"/>
              <a:defRPr/>
            </a:lvl2pPr>
            <a:lvl3pPr marL="1828800" lvl="2" indent="-423545" algn="l" rtl="0">
              <a:lnSpc>
                <a:spcPct val="90000"/>
              </a:lnSpc>
              <a:spcBef>
                <a:spcPts val="535"/>
              </a:spcBef>
              <a:spcAft>
                <a:spcPts val="0"/>
              </a:spcAft>
              <a:buClr>
                <a:schemeClr val="lt1"/>
              </a:buClr>
              <a:buSzPts val="1400"/>
              <a:buChar char="•"/>
              <a:defRPr/>
            </a:lvl3pPr>
            <a:lvl4pPr marL="2438400" lvl="3" indent="-423545" algn="l" rtl="0">
              <a:lnSpc>
                <a:spcPct val="90000"/>
              </a:lnSpc>
              <a:spcBef>
                <a:spcPts val="535"/>
              </a:spcBef>
              <a:spcAft>
                <a:spcPts val="0"/>
              </a:spcAft>
              <a:buClr>
                <a:schemeClr val="lt1"/>
              </a:buClr>
              <a:buSzPts val="1400"/>
              <a:buChar char="•"/>
              <a:defRPr/>
            </a:lvl4pPr>
            <a:lvl5pPr marL="3048000" lvl="4" indent="-423545" algn="l" rtl="0">
              <a:lnSpc>
                <a:spcPct val="90000"/>
              </a:lnSpc>
              <a:spcBef>
                <a:spcPts val="535"/>
              </a:spcBef>
              <a:spcAft>
                <a:spcPts val="0"/>
              </a:spcAft>
              <a:buClr>
                <a:schemeClr val="lt1"/>
              </a:buClr>
              <a:buSzPts val="1400"/>
              <a:buChar char="•"/>
              <a:defRPr/>
            </a:lvl5pPr>
            <a:lvl6pPr marL="3657600" lvl="5" indent="-423545" algn="l" rtl="0">
              <a:lnSpc>
                <a:spcPct val="90000"/>
              </a:lnSpc>
              <a:spcBef>
                <a:spcPts val="535"/>
              </a:spcBef>
              <a:spcAft>
                <a:spcPts val="0"/>
              </a:spcAft>
              <a:buClr>
                <a:schemeClr val="dk1"/>
              </a:buClr>
              <a:buSzPts val="1400"/>
              <a:buChar char="•"/>
              <a:defRPr/>
            </a:lvl6pPr>
            <a:lvl7pPr marL="4267200" lvl="6" indent="-423545" algn="l" rtl="0">
              <a:lnSpc>
                <a:spcPct val="90000"/>
              </a:lnSpc>
              <a:spcBef>
                <a:spcPts val="535"/>
              </a:spcBef>
              <a:spcAft>
                <a:spcPts val="0"/>
              </a:spcAft>
              <a:buClr>
                <a:schemeClr val="dk1"/>
              </a:buClr>
              <a:buSzPts val="1400"/>
              <a:buChar char="•"/>
              <a:defRPr/>
            </a:lvl7pPr>
            <a:lvl8pPr marL="4876800" lvl="7" indent="-423545" algn="l" rtl="0">
              <a:lnSpc>
                <a:spcPct val="90000"/>
              </a:lnSpc>
              <a:spcBef>
                <a:spcPts val="535"/>
              </a:spcBef>
              <a:spcAft>
                <a:spcPts val="0"/>
              </a:spcAft>
              <a:buClr>
                <a:schemeClr val="dk1"/>
              </a:buClr>
              <a:buSzPts val="1400"/>
              <a:buChar char="•"/>
              <a:defRPr/>
            </a:lvl8pPr>
            <a:lvl9pPr marL="5486400" lvl="8" indent="-423545" algn="l" rtl="0">
              <a:lnSpc>
                <a:spcPct val="90000"/>
              </a:lnSpc>
              <a:spcBef>
                <a:spcPts val="535"/>
              </a:spcBef>
              <a:spcAft>
                <a:spcPts val="0"/>
              </a:spcAft>
              <a:buClr>
                <a:schemeClr val="dk1"/>
              </a:buClr>
              <a:buSzPts val="1400"/>
              <a:buChar char="•"/>
              <a:defRPr/>
            </a:lvl9pPr>
          </a:lstStyle>
          <a:p>
            <a:pPr lvl="0"/>
            <a:r>
              <a:rPr lang="en-US"/>
              <a:t>Click to edit Master text styles</a:t>
            </a:r>
            <a:endParaRPr lang="en-US"/>
          </a:p>
        </p:txBody>
      </p:sp>
      <p:sp>
        <p:nvSpPr>
          <p:cNvPr id="285" name="Google Shape;285;p44"/>
          <p:cNvSpPr txBox="1">
            <a:spLocks noGrp="1"/>
          </p:cNvSpPr>
          <p:nvPr>
            <p:ph type="body" idx="2"/>
          </p:nvPr>
        </p:nvSpPr>
        <p:spPr>
          <a:xfrm>
            <a:off x="6172200" y="1825625"/>
            <a:ext cx="5181600" cy="4351200"/>
          </a:xfrm>
          <a:prstGeom prst="rect">
            <a:avLst/>
          </a:prstGeom>
          <a:noFill/>
          <a:ln>
            <a:noFill/>
          </a:ln>
        </p:spPr>
        <p:txBody>
          <a:bodyPr spcFirstLastPara="1">
            <a:noAutofit/>
          </a:bodyPr>
          <a:lstStyle>
            <a:lvl1pPr marL="609600" lvl="0" indent="-423545" algn="l" rtl="0">
              <a:lnSpc>
                <a:spcPct val="90000"/>
              </a:lnSpc>
              <a:spcBef>
                <a:spcPts val="1065"/>
              </a:spcBef>
              <a:spcAft>
                <a:spcPts val="0"/>
              </a:spcAft>
              <a:buClr>
                <a:schemeClr val="lt1"/>
              </a:buClr>
              <a:buSzPts val="1400"/>
              <a:buChar char="•"/>
              <a:defRPr/>
            </a:lvl1pPr>
            <a:lvl2pPr marL="1219200" lvl="1" indent="-423545" algn="l" rtl="0">
              <a:lnSpc>
                <a:spcPct val="90000"/>
              </a:lnSpc>
              <a:spcBef>
                <a:spcPts val="535"/>
              </a:spcBef>
              <a:spcAft>
                <a:spcPts val="0"/>
              </a:spcAft>
              <a:buClr>
                <a:schemeClr val="lt1"/>
              </a:buClr>
              <a:buSzPts val="1400"/>
              <a:buChar char="•"/>
              <a:defRPr/>
            </a:lvl2pPr>
            <a:lvl3pPr marL="1828800" lvl="2" indent="-423545" algn="l" rtl="0">
              <a:lnSpc>
                <a:spcPct val="90000"/>
              </a:lnSpc>
              <a:spcBef>
                <a:spcPts val="535"/>
              </a:spcBef>
              <a:spcAft>
                <a:spcPts val="0"/>
              </a:spcAft>
              <a:buClr>
                <a:schemeClr val="lt1"/>
              </a:buClr>
              <a:buSzPts val="1400"/>
              <a:buChar char="•"/>
              <a:defRPr/>
            </a:lvl3pPr>
            <a:lvl4pPr marL="2438400" lvl="3" indent="-423545" algn="l" rtl="0">
              <a:lnSpc>
                <a:spcPct val="90000"/>
              </a:lnSpc>
              <a:spcBef>
                <a:spcPts val="535"/>
              </a:spcBef>
              <a:spcAft>
                <a:spcPts val="0"/>
              </a:spcAft>
              <a:buClr>
                <a:schemeClr val="lt1"/>
              </a:buClr>
              <a:buSzPts val="1400"/>
              <a:buChar char="•"/>
              <a:defRPr/>
            </a:lvl4pPr>
            <a:lvl5pPr marL="3048000" lvl="4" indent="-423545" algn="l" rtl="0">
              <a:lnSpc>
                <a:spcPct val="90000"/>
              </a:lnSpc>
              <a:spcBef>
                <a:spcPts val="535"/>
              </a:spcBef>
              <a:spcAft>
                <a:spcPts val="0"/>
              </a:spcAft>
              <a:buClr>
                <a:schemeClr val="lt1"/>
              </a:buClr>
              <a:buSzPts val="1400"/>
              <a:buChar char="•"/>
              <a:defRPr/>
            </a:lvl5pPr>
            <a:lvl6pPr marL="3657600" lvl="5" indent="-423545" algn="l" rtl="0">
              <a:lnSpc>
                <a:spcPct val="90000"/>
              </a:lnSpc>
              <a:spcBef>
                <a:spcPts val="535"/>
              </a:spcBef>
              <a:spcAft>
                <a:spcPts val="0"/>
              </a:spcAft>
              <a:buClr>
                <a:schemeClr val="dk1"/>
              </a:buClr>
              <a:buSzPts val="1400"/>
              <a:buChar char="•"/>
              <a:defRPr/>
            </a:lvl6pPr>
            <a:lvl7pPr marL="4267200" lvl="6" indent="-423545" algn="l" rtl="0">
              <a:lnSpc>
                <a:spcPct val="90000"/>
              </a:lnSpc>
              <a:spcBef>
                <a:spcPts val="535"/>
              </a:spcBef>
              <a:spcAft>
                <a:spcPts val="0"/>
              </a:spcAft>
              <a:buClr>
                <a:schemeClr val="dk1"/>
              </a:buClr>
              <a:buSzPts val="1400"/>
              <a:buChar char="•"/>
              <a:defRPr/>
            </a:lvl7pPr>
            <a:lvl8pPr marL="4876800" lvl="7" indent="-423545" algn="l" rtl="0">
              <a:lnSpc>
                <a:spcPct val="90000"/>
              </a:lnSpc>
              <a:spcBef>
                <a:spcPts val="535"/>
              </a:spcBef>
              <a:spcAft>
                <a:spcPts val="0"/>
              </a:spcAft>
              <a:buClr>
                <a:schemeClr val="dk1"/>
              </a:buClr>
              <a:buSzPts val="1400"/>
              <a:buChar char="•"/>
              <a:defRPr/>
            </a:lvl8pPr>
            <a:lvl9pPr marL="5486400" lvl="8" indent="-423545" algn="l" rtl="0">
              <a:lnSpc>
                <a:spcPct val="90000"/>
              </a:lnSpc>
              <a:spcBef>
                <a:spcPts val="535"/>
              </a:spcBef>
              <a:spcAft>
                <a:spcPts val="0"/>
              </a:spcAft>
              <a:buClr>
                <a:schemeClr val="dk1"/>
              </a:buClr>
              <a:buSzPts val="1400"/>
              <a:buChar char="•"/>
              <a:defRPr/>
            </a:lvl9pPr>
          </a:lstStyle>
          <a:p>
            <a:pPr lvl="0"/>
            <a:r>
              <a:rPr lang="en-US"/>
              <a:t>Click to edit Master text styles</a:t>
            </a:r>
            <a:endParaRPr lang="en-US"/>
          </a:p>
        </p:txBody>
      </p:sp>
      <p:sp>
        <p:nvSpPr>
          <p:cNvPr id="2" name="Google Shape;286;p44"/>
          <p:cNvSpPr txBox="1">
            <a:spLocks noGrp="1" noChangeArrowheads="1"/>
          </p:cNvSpPr>
          <p:nvPr>
            <p:ph type="sldNum" idx="10"/>
          </p:nvPr>
        </p:nvSpPr>
        <p:spPr>
          <a:xfrm>
            <a:off x="10606618" y="6318251"/>
            <a:ext cx="747183" cy="364067"/>
          </a:xfrm>
        </p:spPr>
        <p:txBody>
          <a:bodyPr anchor="ctr"/>
          <a:lstStyle>
            <a:lvl1pPr>
              <a:defRPr/>
            </a:lvl1pPr>
          </a:lstStyle>
          <a:p>
            <a:pPr>
              <a:defRPr/>
            </a:pPr>
            <a:fld id="{C3CDC730-C479-48DE-9687-D6EC1D83AD35}" type="slidenum">
              <a:rPr lang="en-US" altLang="en-US"/>
            </a:fld>
            <a:endParaRPr lang="en-US"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matchingName="Content with Caption">
  <p:cSld name="Content with Caption">
    <p:spTree>
      <p:nvGrpSpPr>
        <p:cNvPr id="1" name="Shape 287"/>
        <p:cNvGrpSpPr/>
        <p:nvPr/>
      </p:nvGrpSpPr>
      <p:grpSpPr>
        <a:xfrm>
          <a:off x="0" y="0"/>
          <a:ext cx="0" cy="0"/>
          <a:chOff x="0" y="0"/>
          <a:chExt cx="0" cy="0"/>
        </a:xfrm>
      </p:grpSpPr>
      <p:sp>
        <p:nvSpPr>
          <p:cNvPr id="288" name="Google Shape;288;p45"/>
          <p:cNvSpPr txBox="1">
            <a:spLocks noGrp="1"/>
          </p:cNvSpPr>
          <p:nvPr>
            <p:ph type="title"/>
          </p:nvPr>
        </p:nvSpPr>
        <p:spPr>
          <a:xfrm>
            <a:off x="839788" y="457200"/>
            <a:ext cx="3932400" cy="1600000"/>
          </a:xfrm>
          <a:prstGeom prst="rect">
            <a:avLst/>
          </a:prstGeom>
          <a:noFill/>
          <a:ln>
            <a:noFill/>
          </a:ln>
        </p:spPr>
        <p:txBody>
          <a:bodyPr spcFirstLastPara="1" anchor="b">
            <a:noAutofit/>
          </a:bodyPr>
          <a:lstStyle>
            <a:lvl1pPr lvl="0" algn="l" rtl="0">
              <a:lnSpc>
                <a:spcPct val="90000"/>
              </a:lnSpc>
              <a:spcBef>
                <a:spcPts val="0"/>
              </a:spcBef>
              <a:spcAft>
                <a:spcPts val="0"/>
              </a:spcAft>
              <a:buClr>
                <a:schemeClr val="lt1"/>
              </a:buClr>
              <a:buSzPts val="2400"/>
              <a:buFont typeface="Calibri" panose="020F0502020204030204"/>
              <a:buNone/>
              <a:defRPr sz="32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89" name="Google Shape;289;p45"/>
          <p:cNvSpPr txBox="1">
            <a:spLocks noGrp="1"/>
          </p:cNvSpPr>
          <p:nvPr>
            <p:ph type="body" idx="1"/>
          </p:nvPr>
        </p:nvSpPr>
        <p:spPr>
          <a:xfrm>
            <a:off x="5183188" y="987425"/>
            <a:ext cx="6172000" cy="4873600"/>
          </a:xfrm>
          <a:prstGeom prst="rect">
            <a:avLst/>
          </a:prstGeom>
          <a:noFill/>
          <a:ln>
            <a:noFill/>
          </a:ln>
        </p:spPr>
        <p:txBody>
          <a:bodyPr spcFirstLastPara="1">
            <a:noAutofit/>
          </a:bodyPr>
          <a:lstStyle>
            <a:lvl1pPr marL="609600" lvl="0" indent="-508000" algn="l" rtl="0">
              <a:lnSpc>
                <a:spcPct val="90000"/>
              </a:lnSpc>
              <a:spcBef>
                <a:spcPts val="1065"/>
              </a:spcBef>
              <a:spcAft>
                <a:spcPts val="0"/>
              </a:spcAft>
              <a:buClr>
                <a:schemeClr val="lt1"/>
              </a:buClr>
              <a:buSzPts val="2400"/>
              <a:buChar char="•"/>
              <a:defRPr sz="3200"/>
            </a:lvl1pPr>
            <a:lvl2pPr marL="1219200" lvl="1" indent="-482600" algn="l" rtl="0">
              <a:lnSpc>
                <a:spcPct val="90000"/>
              </a:lnSpc>
              <a:spcBef>
                <a:spcPts val="535"/>
              </a:spcBef>
              <a:spcAft>
                <a:spcPts val="0"/>
              </a:spcAft>
              <a:buClr>
                <a:schemeClr val="lt1"/>
              </a:buClr>
              <a:buSzPts val="2100"/>
              <a:buChar char="•"/>
              <a:defRPr sz="2800"/>
            </a:lvl2pPr>
            <a:lvl3pPr marL="1828800" lvl="2" indent="-457200" algn="l" rtl="0">
              <a:lnSpc>
                <a:spcPct val="90000"/>
              </a:lnSpc>
              <a:spcBef>
                <a:spcPts val="535"/>
              </a:spcBef>
              <a:spcAft>
                <a:spcPts val="0"/>
              </a:spcAft>
              <a:buClr>
                <a:schemeClr val="lt1"/>
              </a:buClr>
              <a:buSzPts val="1800"/>
              <a:buChar char="•"/>
              <a:defRPr sz="2400"/>
            </a:lvl3pPr>
            <a:lvl4pPr marL="2438400" lvl="3" indent="-431800" algn="l" rtl="0">
              <a:lnSpc>
                <a:spcPct val="90000"/>
              </a:lnSpc>
              <a:spcBef>
                <a:spcPts val="535"/>
              </a:spcBef>
              <a:spcAft>
                <a:spcPts val="0"/>
              </a:spcAft>
              <a:buClr>
                <a:schemeClr val="lt1"/>
              </a:buClr>
              <a:buSzPts val="1500"/>
              <a:buChar char="•"/>
              <a:defRPr sz="2000"/>
            </a:lvl4pPr>
            <a:lvl5pPr marL="3048000" lvl="4" indent="-431800" algn="l" rtl="0">
              <a:lnSpc>
                <a:spcPct val="90000"/>
              </a:lnSpc>
              <a:spcBef>
                <a:spcPts val="535"/>
              </a:spcBef>
              <a:spcAft>
                <a:spcPts val="0"/>
              </a:spcAft>
              <a:buClr>
                <a:schemeClr val="lt1"/>
              </a:buClr>
              <a:buSzPts val="1500"/>
              <a:buChar char="•"/>
              <a:defRPr sz="2000"/>
            </a:lvl5pPr>
            <a:lvl6pPr marL="3657600" lvl="5" indent="-431800" algn="l" rtl="0">
              <a:lnSpc>
                <a:spcPct val="90000"/>
              </a:lnSpc>
              <a:spcBef>
                <a:spcPts val="535"/>
              </a:spcBef>
              <a:spcAft>
                <a:spcPts val="0"/>
              </a:spcAft>
              <a:buClr>
                <a:schemeClr val="dk1"/>
              </a:buClr>
              <a:buSzPts val="1500"/>
              <a:buChar char="•"/>
              <a:defRPr sz="2000"/>
            </a:lvl6pPr>
            <a:lvl7pPr marL="4267200" lvl="6" indent="-431800" algn="l" rtl="0">
              <a:lnSpc>
                <a:spcPct val="90000"/>
              </a:lnSpc>
              <a:spcBef>
                <a:spcPts val="535"/>
              </a:spcBef>
              <a:spcAft>
                <a:spcPts val="0"/>
              </a:spcAft>
              <a:buClr>
                <a:schemeClr val="dk1"/>
              </a:buClr>
              <a:buSzPts val="1500"/>
              <a:buChar char="•"/>
              <a:defRPr sz="2000"/>
            </a:lvl7pPr>
            <a:lvl8pPr marL="4876800" lvl="7" indent="-431800" algn="l" rtl="0">
              <a:lnSpc>
                <a:spcPct val="90000"/>
              </a:lnSpc>
              <a:spcBef>
                <a:spcPts val="535"/>
              </a:spcBef>
              <a:spcAft>
                <a:spcPts val="0"/>
              </a:spcAft>
              <a:buClr>
                <a:schemeClr val="dk1"/>
              </a:buClr>
              <a:buSzPts val="1500"/>
              <a:buChar char="•"/>
              <a:defRPr sz="2000"/>
            </a:lvl8pPr>
            <a:lvl9pPr marL="5486400" lvl="8" indent="-431800" algn="l" rtl="0">
              <a:lnSpc>
                <a:spcPct val="90000"/>
              </a:lnSpc>
              <a:spcBef>
                <a:spcPts val="535"/>
              </a:spcBef>
              <a:spcAft>
                <a:spcPts val="0"/>
              </a:spcAft>
              <a:buClr>
                <a:schemeClr val="dk1"/>
              </a:buClr>
              <a:buSzPts val="1500"/>
              <a:buChar char="•"/>
              <a:defRPr sz="2000"/>
            </a:lvl9pPr>
          </a:lstStyle>
          <a:p>
            <a:pPr lvl="0"/>
            <a:r>
              <a:rPr lang="en-US"/>
              <a:t>Click to edit Master text styles</a:t>
            </a:r>
            <a:endParaRPr lang="en-US"/>
          </a:p>
        </p:txBody>
      </p:sp>
      <p:sp>
        <p:nvSpPr>
          <p:cNvPr id="290" name="Google Shape;290;p45"/>
          <p:cNvSpPr txBox="1">
            <a:spLocks noGrp="1"/>
          </p:cNvSpPr>
          <p:nvPr>
            <p:ph type="body" idx="2"/>
          </p:nvPr>
        </p:nvSpPr>
        <p:spPr>
          <a:xfrm>
            <a:off x="839788" y="2057400"/>
            <a:ext cx="3932400" cy="3811600"/>
          </a:xfrm>
          <a:prstGeom prst="rect">
            <a:avLst/>
          </a:prstGeom>
          <a:noFill/>
          <a:ln>
            <a:noFill/>
          </a:ln>
        </p:spPr>
        <p:txBody>
          <a:bodyPr spcFirstLastPara="1">
            <a:noAutofit/>
          </a:bodyPr>
          <a:lstStyle>
            <a:lvl1pPr marL="609600" lvl="0" indent="-304800" algn="l" rtl="0">
              <a:lnSpc>
                <a:spcPct val="90000"/>
              </a:lnSpc>
              <a:spcBef>
                <a:spcPts val="1065"/>
              </a:spcBef>
              <a:spcAft>
                <a:spcPts val="0"/>
              </a:spcAft>
              <a:buClr>
                <a:schemeClr val="lt1"/>
              </a:buClr>
              <a:buSzPts val="1200"/>
              <a:buNone/>
              <a:defRPr sz="1600"/>
            </a:lvl1pPr>
            <a:lvl2pPr marL="1219200" lvl="1" indent="-304800" algn="l" rtl="0">
              <a:lnSpc>
                <a:spcPct val="90000"/>
              </a:lnSpc>
              <a:spcBef>
                <a:spcPts val="535"/>
              </a:spcBef>
              <a:spcAft>
                <a:spcPts val="0"/>
              </a:spcAft>
              <a:buClr>
                <a:schemeClr val="lt1"/>
              </a:buClr>
              <a:buSzPts val="1100"/>
              <a:buNone/>
              <a:defRPr sz="1465"/>
            </a:lvl2pPr>
            <a:lvl3pPr marL="1828800" lvl="2" indent="-304800" algn="l" rtl="0">
              <a:lnSpc>
                <a:spcPct val="90000"/>
              </a:lnSpc>
              <a:spcBef>
                <a:spcPts val="535"/>
              </a:spcBef>
              <a:spcAft>
                <a:spcPts val="0"/>
              </a:spcAft>
              <a:buClr>
                <a:schemeClr val="lt1"/>
              </a:buClr>
              <a:buSzPts val="900"/>
              <a:buNone/>
              <a:defRPr sz="1200"/>
            </a:lvl3pPr>
            <a:lvl4pPr marL="2438400" lvl="3" indent="-304800" algn="l" rtl="0">
              <a:lnSpc>
                <a:spcPct val="90000"/>
              </a:lnSpc>
              <a:spcBef>
                <a:spcPts val="535"/>
              </a:spcBef>
              <a:spcAft>
                <a:spcPts val="0"/>
              </a:spcAft>
              <a:buClr>
                <a:schemeClr val="lt1"/>
              </a:buClr>
              <a:buSzPts val="800"/>
              <a:buNone/>
              <a:defRPr sz="1065"/>
            </a:lvl4pPr>
            <a:lvl5pPr marL="3048000" lvl="4" indent="-304800" algn="l" rtl="0">
              <a:lnSpc>
                <a:spcPct val="90000"/>
              </a:lnSpc>
              <a:spcBef>
                <a:spcPts val="535"/>
              </a:spcBef>
              <a:spcAft>
                <a:spcPts val="0"/>
              </a:spcAft>
              <a:buClr>
                <a:schemeClr val="lt1"/>
              </a:buClr>
              <a:buSzPts val="800"/>
              <a:buNone/>
              <a:defRPr sz="1065"/>
            </a:lvl5pPr>
            <a:lvl6pPr marL="3657600" lvl="5" indent="-304800" algn="l" rtl="0">
              <a:lnSpc>
                <a:spcPct val="90000"/>
              </a:lnSpc>
              <a:spcBef>
                <a:spcPts val="535"/>
              </a:spcBef>
              <a:spcAft>
                <a:spcPts val="0"/>
              </a:spcAft>
              <a:buClr>
                <a:schemeClr val="dk1"/>
              </a:buClr>
              <a:buSzPts val="800"/>
              <a:buNone/>
              <a:defRPr sz="1065"/>
            </a:lvl6pPr>
            <a:lvl7pPr marL="4267200" lvl="6" indent="-304800" algn="l" rtl="0">
              <a:lnSpc>
                <a:spcPct val="90000"/>
              </a:lnSpc>
              <a:spcBef>
                <a:spcPts val="535"/>
              </a:spcBef>
              <a:spcAft>
                <a:spcPts val="0"/>
              </a:spcAft>
              <a:buClr>
                <a:schemeClr val="dk1"/>
              </a:buClr>
              <a:buSzPts val="800"/>
              <a:buNone/>
              <a:defRPr sz="1065"/>
            </a:lvl7pPr>
            <a:lvl8pPr marL="4876800" lvl="7" indent="-304800" algn="l" rtl="0">
              <a:lnSpc>
                <a:spcPct val="90000"/>
              </a:lnSpc>
              <a:spcBef>
                <a:spcPts val="535"/>
              </a:spcBef>
              <a:spcAft>
                <a:spcPts val="0"/>
              </a:spcAft>
              <a:buClr>
                <a:schemeClr val="dk1"/>
              </a:buClr>
              <a:buSzPts val="800"/>
              <a:buNone/>
              <a:defRPr sz="1065"/>
            </a:lvl8pPr>
            <a:lvl9pPr marL="5486400" lvl="8" indent="-304800" algn="l" rtl="0">
              <a:lnSpc>
                <a:spcPct val="90000"/>
              </a:lnSpc>
              <a:spcBef>
                <a:spcPts val="535"/>
              </a:spcBef>
              <a:spcAft>
                <a:spcPts val="0"/>
              </a:spcAft>
              <a:buClr>
                <a:schemeClr val="dk1"/>
              </a:buClr>
              <a:buSzPts val="800"/>
              <a:buNone/>
              <a:defRPr sz="1065"/>
            </a:lvl9pPr>
          </a:lstStyle>
          <a:p>
            <a:pPr lvl="0"/>
            <a:r>
              <a:rPr lang="en-US"/>
              <a:t>Click to edit Master text styles</a:t>
            </a:r>
            <a:endParaRPr lang="en-US"/>
          </a:p>
        </p:txBody>
      </p:sp>
      <p:sp>
        <p:nvSpPr>
          <p:cNvPr id="2" name="Google Shape;291;p45"/>
          <p:cNvSpPr txBox="1">
            <a:spLocks noGrp="1" noChangeArrowheads="1"/>
          </p:cNvSpPr>
          <p:nvPr>
            <p:ph type="sldNum" idx="10"/>
          </p:nvPr>
        </p:nvSpPr>
        <p:spPr>
          <a:xfrm>
            <a:off x="10606618" y="6318251"/>
            <a:ext cx="747183" cy="364067"/>
          </a:xfrm>
        </p:spPr>
        <p:txBody>
          <a:bodyPr anchor="ctr"/>
          <a:lstStyle>
            <a:lvl1pPr>
              <a:defRPr/>
            </a:lvl1pPr>
          </a:lstStyle>
          <a:p>
            <a:pPr>
              <a:defRPr/>
            </a:pPr>
            <a:fld id="{C9184E6E-FDDF-4CB3-B452-8EEFEF4BDD4D}" type="slidenum">
              <a:rPr lang="en-US" altLang="en-US"/>
            </a:fld>
            <a:endParaRPr lang="en-US"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matchingName="Picture with Caption">
  <p:cSld name="Picture with Caption">
    <p:spTree>
      <p:nvGrpSpPr>
        <p:cNvPr id="1" name="Shape 292"/>
        <p:cNvGrpSpPr/>
        <p:nvPr/>
      </p:nvGrpSpPr>
      <p:grpSpPr>
        <a:xfrm>
          <a:off x="0" y="0"/>
          <a:ext cx="0" cy="0"/>
          <a:chOff x="0" y="0"/>
          <a:chExt cx="0" cy="0"/>
        </a:xfrm>
      </p:grpSpPr>
      <p:sp>
        <p:nvSpPr>
          <p:cNvPr id="293" name="Google Shape;293;p46"/>
          <p:cNvSpPr txBox="1">
            <a:spLocks noGrp="1"/>
          </p:cNvSpPr>
          <p:nvPr>
            <p:ph type="title"/>
          </p:nvPr>
        </p:nvSpPr>
        <p:spPr>
          <a:xfrm>
            <a:off x="839788" y="457200"/>
            <a:ext cx="3932400" cy="1600000"/>
          </a:xfrm>
          <a:prstGeom prst="rect">
            <a:avLst/>
          </a:prstGeom>
          <a:noFill/>
          <a:ln>
            <a:noFill/>
          </a:ln>
        </p:spPr>
        <p:txBody>
          <a:bodyPr spcFirstLastPara="1" anchor="b">
            <a:noAutofit/>
          </a:bodyPr>
          <a:lstStyle>
            <a:lvl1pPr lvl="0" algn="l" rtl="0">
              <a:lnSpc>
                <a:spcPct val="90000"/>
              </a:lnSpc>
              <a:spcBef>
                <a:spcPts val="0"/>
              </a:spcBef>
              <a:spcAft>
                <a:spcPts val="0"/>
              </a:spcAft>
              <a:buClr>
                <a:schemeClr val="lt1"/>
              </a:buClr>
              <a:buSzPts val="2400"/>
              <a:buFont typeface="Calibri" panose="020F0502020204030204"/>
              <a:buNone/>
              <a:defRPr sz="32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94" name="Google Shape;294;p46"/>
          <p:cNvSpPr txBox="1">
            <a:spLocks noGrp="1"/>
          </p:cNvSpPr>
          <p:nvPr>
            <p:ph type="body" idx="1"/>
          </p:nvPr>
        </p:nvSpPr>
        <p:spPr>
          <a:xfrm>
            <a:off x="839788" y="2057400"/>
            <a:ext cx="3932400" cy="3811600"/>
          </a:xfrm>
          <a:prstGeom prst="rect">
            <a:avLst/>
          </a:prstGeom>
          <a:noFill/>
          <a:ln>
            <a:noFill/>
          </a:ln>
        </p:spPr>
        <p:txBody>
          <a:bodyPr spcFirstLastPara="1">
            <a:noAutofit/>
          </a:bodyPr>
          <a:lstStyle>
            <a:lvl1pPr marL="609600" lvl="0" indent="-304800" algn="l" rtl="0">
              <a:lnSpc>
                <a:spcPct val="90000"/>
              </a:lnSpc>
              <a:spcBef>
                <a:spcPts val="1065"/>
              </a:spcBef>
              <a:spcAft>
                <a:spcPts val="0"/>
              </a:spcAft>
              <a:buClr>
                <a:schemeClr val="lt1"/>
              </a:buClr>
              <a:buSzPts val="1200"/>
              <a:buNone/>
              <a:defRPr sz="1600"/>
            </a:lvl1pPr>
            <a:lvl2pPr marL="1219200" lvl="1" indent="-304800" algn="l" rtl="0">
              <a:lnSpc>
                <a:spcPct val="90000"/>
              </a:lnSpc>
              <a:spcBef>
                <a:spcPts val="535"/>
              </a:spcBef>
              <a:spcAft>
                <a:spcPts val="0"/>
              </a:spcAft>
              <a:buClr>
                <a:schemeClr val="lt1"/>
              </a:buClr>
              <a:buSzPts val="1100"/>
              <a:buNone/>
              <a:defRPr sz="1465"/>
            </a:lvl2pPr>
            <a:lvl3pPr marL="1828800" lvl="2" indent="-304800" algn="l" rtl="0">
              <a:lnSpc>
                <a:spcPct val="90000"/>
              </a:lnSpc>
              <a:spcBef>
                <a:spcPts val="535"/>
              </a:spcBef>
              <a:spcAft>
                <a:spcPts val="0"/>
              </a:spcAft>
              <a:buClr>
                <a:schemeClr val="lt1"/>
              </a:buClr>
              <a:buSzPts val="900"/>
              <a:buNone/>
              <a:defRPr sz="1200"/>
            </a:lvl3pPr>
            <a:lvl4pPr marL="2438400" lvl="3" indent="-304800" algn="l" rtl="0">
              <a:lnSpc>
                <a:spcPct val="90000"/>
              </a:lnSpc>
              <a:spcBef>
                <a:spcPts val="535"/>
              </a:spcBef>
              <a:spcAft>
                <a:spcPts val="0"/>
              </a:spcAft>
              <a:buClr>
                <a:schemeClr val="lt1"/>
              </a:buClr>
              <a:buSzPts val="800"/>
              <a:buNone/>
              <a:defRPr sz="1065"/>
            </a:lvl4pPr>
            <a:lvl5pPr marL="3048000" lvl="4" indent="-304800" algn="l" rtl="0">
              <a:lnSpc>
                <a:spcPct val="90000"/>
              </a:lnSpc>
              <a:spcBef>
                <a:spcPts val="535"/>
              </a:spcBef>
              <a:spcAft>
                <a:spcPts val="0"/>
              </a:spcAft>
              <a:buClr>
                <a:schemeClr val="lt1"/>
              </a:buClr>
              <a:buSzPts val="800"/>
              <a:buNone/>
              <a:defRPr sz="1065"/>
            </a:lvl5pPr>
            <a:lvl6pPr marL="3657600" lvl="5" indent="-304800" algn="l" rtl="0">
              <a:lnSpc>
                <a:spcPct val="90000"/>
              </a:lnSpc>
              <a:spcBef>
                <a:spcPts val="535"/>
              </a:spcBef>
              <a:spcAft>
                <a:spcPts val="0"/>
              </a:spcAft>
              <a:buClr>
                <a:schemeClr val="dk1"/>
              </a:buClr>
              <a:buSzPts val="800"/>
              <a:buNone/>
              <a:defRPr sz="1065"/>
            </a:lvl6pPr>
            <a:lvl7pPr marL="4267200" lvl="6" indent="-304800" algn="l" rtl="0">
              <a:lnSpc>
                <a:spcPct val="90000"/>
              </a:lnSpc>
              <a:spcBef>
                <a:spcPts val="535"/>
              </a:spcBef>
              <a:spcAft>
                <a:spcPts val="0"/>
              </a:spcAft>
              <a:buClr>
                <a:schemeClr val="dk1"/>
              </a:buClr>
              <a:buSzPts val="800"/>
              <a:buNone/>
              <a:defRPr sz="1065"/>
            </a:lvl7pPr>
            <a:lvl8pPr marL="4876800" lvl="7" indent="-304800" algn="l" rtl="0">
              <a:lnSpc>
                <a:spcPct val="90000"/>
              </a:lnSpc>
              <a:spcBef>
                <a:spcPts val="535"/>
              </a:spcBef>
              <a:spcAft>
                <a:spcPts val="0"/>
              </a:spcAft>
              <a:buClr>
                <a:schemeClr val="dk1"/>
              </a:buClr>
              <a:buSzPts val="800"/>
              <a:buNone/>
              <a:defRPr sz="1065"/>
            </a:lvl8pPr>
            <a:lvl9pPr marL="5486400" lvl="8" indent="-304800" algn="l" rtl="0">
              <a:lnSpc>
                <a:spcPct val="90000"/>
              </a:lnSpc>
              <a:spcBef>
                <a:spcPts val="535"/>
              </a:spcBef>
              <a:spcAft>
                <a:spcPts val="0"/>
              </a:spcAft>
              <a:buClr>
                <a:schemeClr val="dk1"/>
              </a:buClr>
              <a:buSzPts val="800"/>
              <a:buNone/>
              <a:defRPr sz="1065"/>
            </a:lvl9pPr>
          </a:lstStyle>
          <a:p>
            <a:pPr lvl="0"/>
            <a:r>
              <a:rPr lang="en-US"/>
              <a:t>Click to edit Master text styles</a:t>
            </a:r>
            <a:endParaRPr lang="en-US"/>
          </a:p>
        </p:txBody>
      </p:sp>
      <p:sp>
        <p:nvSpPr>
          <p:cNvPr id="2" name="Google Shape;295;p46"/>
          <p:cNvSpPr txBox="1">
            <a:spLocks noGrp="1" noChangeArrowheads="1"/>
          </p:cNvSpPr>
          <p:nvPr>
            <p:ph type="sldNum" idx="10"/>
          </p:nvPr>
        </p:nvSpPr>
        <p:spPr>
          <a:xfrm>
            <a:off x="10606618" y="6318251"/>
            <a:ext cx="747183" cy="364067"/>
          </a:xfrm>
        </p:spPr>
        <p:txBody>
          <a:bodyPr anchor="ctr"/>
          <a:lstStyle>
            <a:lvl1pPr>
              <a:defRPr/>
            </a:lvl1pPr>
          </a:lstStyle>
          <a:p>
            <a:pPr>
              <a:defRPr/>
            </a:pPr>
            <a:fld id="{307918C4-C9C0-4875-94A4-DB802ABDB7E1}" type="slidenum">
              <a:rPr lang="en-US" altLang="en-US"/>
            </a:fld>
            <a:endParaRPr lang="en-US"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matchingName="Blank">
  <p:cSld name="Blank">
    <p:spTree>
      <p:nvGrpSpPr>
        <p:cNvPr id="1" name="Shape 296"/>
        <p:cNvGrpSpPr/>
        <p:nvPr/>
      </p:nvGrpSpPr>
      <p:grpSpPr>
        <a:xfrm>
          <a:off x="0" y="0"/>
          <a:ext cx="0" cy="0"/>
          <a:chOff x="0" y="0"/>
          <a:chExt cx="0" cy="0"/>
        </a:xfrm>
      </p:grpSpPr>
      <p:sp>
        <p:nvSpPr>
          <p:cNvPr id="2" name="Google Shape;297;p47"/>
          <p:cNvSpPr txBox="1">
            <a:spLocks noGrp="1" noChangeArrowheads="1"/>
          </p:cNvSpPr>
          <p:nvPr>
            <p:ph type="sldNum" idx="10"/>
          </p:nvPr>
        </p:nvSpPr>
        <p:spPr>
          <a:xfrm>
            <a:off x="10606618" y="6318251"/>
            <a:ext cx="747183" cy="364067"/>
          </a:xfrm>
        </p:spPr>
        <p:txBody>
          <a:bodyPr anchor="ctr"/>
          <a:lstStyle>
            <a:lvl1pPr>
              <a:defRPr/>
            </a:lvl1pPr>
          </a:lstStyle>
          <a:p>
            <a:pPr>
              <a:defRPr/>
            </a:pPr>
            <a:fld id="{1139CA09-FE37-4CD0-97F9-49068379F069}" type="slidenum">
              <a:rPr lang="en-US" altLang="en-US"/>
            </a:fld>
            <a:endParaRPr lang="en-US"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matchingName="Title Only">
  <p:cSld name="Title Only">
    <p:spTree>
      <p:nvGrpSpPr>
        <p:cNvPr id="1" name="Shape 305"/>
        <p:cNvGrpSpPr/>
        <p:nvPr/>
      </p:nvGrpSpPr>
      <p:grpSpPr>
        <a:xfrm>
          <a:off x="0" y="0"/>
          <a:ext cx="0" cy="0"/>
          <a:chOff x="0" y="0"/>
          <a:chExt cx="0" cy="0"/>
        </a:xfrm>
      </p:grpSpPr>
      <p:sp>
        <p:nvSpPr>
          <p:cNvPr id="306" name="Google Shape;306;p49"/>
          <p:cNvSpPr txBox="1">
            <a:spLocks noGrp="1"/>
          </p:cNvSpPr>
          <p:nvPr>
            <p:ph type="title"/>
          </p:nvPr>
        </p:nvSpPr>
        <p:spPr>
          <a:xfrm>
            <a:off x="838200" y="365125"/>
            <a:ext cx="10515600" cy="1325600"/>
          </a:xfrm>
          <a:prstGeom prst="rect">
            <a:avLst/>
          </a:prstGeom>
          <a:noFill/>
          <a:ln>
            <a:noFill/>
          </a:ln>
        </p:spPr>
        <p:txBody>
          <a:bodyPr spcFirstLastPara="1">
            <a:noAutofit/>
          </a:bodyPr>
          <a:lstStyle>
            <a:lvl1pPr lvl="0" algn="l" rtl="0">
              <a:lnSpc>
                <a:spcPct val="90000"/>
              </a:lnSpc>
              <a:spcBef>
                <a:spcPts val="0"/>
              </a:spcBef>
              <a:spcAft>
                <a:spcPts val="0"/>
              </a:spcAft>
              <a:buClr>
                <a:schemeClr val="lt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2" name="Google Shape;307;p49"/>
          <p:cNvSpPr txBox="1">
            <a:spLocks noGrp="1" noChangeArrowheads="1"/>
          </p:cNvSpPr>
          <p:nvPr>
            <p:ph type="sldNum" idx="10"/>
          </p:nvPr>
        </p:nvSpPr>
        <p:spPr>
          <a:xfrm>
            <a:off x="10606618" y="6318251"/>
            <a:ext cx="747183" cy="364067"/>
          </a:xfrm>
        </p:spPr>
        <p:txBody>
          <a:bodyPr anchor="ctr"/>
          <a:lstStyle>
            <a:lvl1pPr>
              <a:defRPr/>
            </a:lvl1pPr>
          </a:lstStyle>
          <a:p>
            <a:pPr>
              <a:defRPr/>
            </a:pPr>
            <a:fld id="{7AB550AE-C73C-4438-93E3-801E397CF143}" type="slidenum">
              <a:rPr lang="en-US" altLang="en-US"/>
            </a:fld>
            <a:endParaRPr lang="en-US"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matchingName="Title and Vertical Text">
  <p:cSld name="Title and Vertical Text">
    <p:spTree>
      <p:nvGrpSpPr>
        <p:cNvPr id="1" name="Shape 308"/>
        <p:cNvGrpSpPr/>
        <p:nvPr/>
      </p:nvGrpSpPr>
      <p:grpSpPr>
        <a:xfrm>
          <a:off x="0" y="0"/>
          <a:ext cx="0" cy="0"/>
          <a:chOff x="0" y="0"/>
          <a:chExt cx="0" cy="0"/>
        </a:xfrm>
      </p:grpSpPr>
      <p:sp>
        <p:nvSpPr>
          <p:cNvPr id="309" name="Google Shape;309;p50"/>
          <p:cNvSpPr txBox="1">
            <a:spLocks noGrp="1"/>
          </p:cNvSpPr>
          <p:nvPr>
            <p:ph type="title"/>
          </p:nvPr>
        </p:nvSpPr>
        <p:spPr>
          <a:xfrm>
            <a:off x="838200" y="365125"/>
            <a:ext cx="10515600" cy="1325600"/>
          </a:xfrm>
          <a:prstGeom prst="rect">
            <a:avLst/>
          </a:prstGeom>
          <a:noFill/>
          <a:ln>
            <a:noFill/>
          </a:ln>
        </p:spPr>
        <p:txBody>
          <a:bodyPr spcFirstLastPara="1">
            <a:noAutofit/>
          </a:bodyPr>
          <a:lstStyle>
            <a:lvl1pPr lvl="0" algn="l" rtl="0">
              <a:lnSpc>
                <a:spcPct val="90000"/>
              </a:lnSpc>
              <a:spcBef>
                <a:spcPts val="0"/>
              </a:spcBef>
              <a:spcAft>
                <a:spcPts val="0"/>
              </a:spcAft>
              <a:buClr>
                <a:schemeClr val="lt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r>
              <a:rPr lang="en-US"/>
              <a:t>Click to edit Master title style</a:t>
            </a:r>
            <a:endParaRPr lang="en-US"/>
          </a:p>
        </p:txBody>
      </p:sp>
      <p:sp>
        <p:nvSpPr>
          <p:cNvPr id="310" name="Google Shape;310;p50"/>
          <p:cNvSpPr txBox="1">
            <a:spLocks noGrp="1"/>
          </p:cNvSpPr>
          <p:nvPr>
            <p:ph type="body" idx="1"/>
          </p:nvPr>
        </p:nvSpPr>
        <p:spPr>
          <a:xfrm rot="5400000">
            <a:off x="3920400" y="-1256575"/>
            <a:ext cx="4351200" cy="10515600"/>
          </a:xfrm>
          <a:prstGeom prst="rect">
            <a:avLst/>
          </a:prstGeom>
          <a:noFill/>
          <a:ln>
            <a:noFill/>
          </a:ln>
        </p:spPr>
        <p:txBody>
          <a:bodyPr spcFirstLastPara="1">
            <a:noAutofit/>
          </a:bodyPr>
          <a:lstStyle>
            <a:lvl1pPr marL="609600" lvl="0" indent="-423545" algn="l" rtl="0">
              <a:lnSpc>
                <a:spcPct val="90000"/>
              </a:lnSpc>
              <a:spcBef>
                <a:spcPts val="1065"/>
              </a:spcBef>
              <a:spcAft>
                <a:spcPts val="0"/>
              </a:spcAft>
              <a:buClr>
                <a:schemeClr val="lt1"/>
              </a:buClr>
              <a:buSzPts val="1400"/>
              <a:buChar char="•"/>
              <a:defRPr/>
            </a:lvl1pPr>
            <a:lvl2pPr marL="1219200" lvl="1" indent="-423545" algn="l" rtl="0">
              <a:lnSpc>
                <a:spcPct val="90000"/>
              </a:lnSpc>
              <a:spcBef>
                <a:spcPts val="535"/>
              </a:spcBef>
              <a:spcAft>
                <a:spcPts val="0"/>
              </a:spcAft>
              <a:buClr>
                <a:schemeClr val="lt1"/>
              </a:buClr>
              <a:buSzPts val="1400"/>
              <a:buChar char="•"/>
              <a:defRPr/>
            </a:lvl2pPr>
            <a:lvl3pPr marL="1828800" lvl="2" indent="-423545" algn="l" rtl="0">
              <a:lnSpc>
                <a:spcPct val="90000"/>
              </a:lnSpc>
              <a:spcBef>
                <a:spcPts val="535"/>
              </a:spcBef>
              <a:spcAft>
                <a:spcPts val="0"/>
              </a:spcAft>
              <a:buClr>
                <a:schemeClr val="lt1"/>
              </a:buClr>
              <a:buSzPts val="1400"/>
              <a:buChar char="•"/>
              <a:defRPr/>
            </a:lvl3pPr>
            <a:lvl4pPr marL="2438400" lvl="3" indent="-423545" algn="l" rtl="0">
              <a:lnSpc>
                <a:spcPct val="90000"/>
              </a:lnSpc>
              <a:spcBef>
                <a:spcPts val="535"/>
              </a:spcBef>
              <a:spcAft>
                <a:spcPts val="0"/>
              </a:spcAft>
              <a:buClr>
                <a:schemeClr val="lt1"/>
              </a:buClr>
              <a:buSzPts val="1400"/>
              <a:buChar char="•"/>
              <a:defRPr/>
            </a:lvl4pPr>
            <a:lvl5pPr marL="3048000" lvl="4" indent="-423545" algn="l" rtl="0">
              <a:lnSpc>
                <a:spcPct val="90000"/>
              </a:lnSpc>
              <a:spcBef>
                <a:spcPts val="535"/>
              </a:spcBef>
              <a:spcAft>
                <a:spcPts val="0"/>
              </a:spcAft>
              <a:buClr>
                <a:schemeClr val="lt1"/>
              </a:buClr>
              <a:buSzPts val="1400"/>
              <a:buChar char="•"/>
              <a:defRPr/>
            </a:lvl5pPr>
            <a:lvl6pPr marL="3657600" lvl="5" indent="-423545" algn="l" rtl="0">
              <a:lnSpc>
                <a:spcPct val="90000"/>
              </a:lnSpc>
              <a:spcBef>
                <a:spcPts val="535"/>
              </a:spcBef>
              <a:spcAft>
                <a:spcPts val="0"/>
              </a:spcAft>
              <a:buClr>
                <a:schemeClr val="dk1"/>
              </a:buClr>
              <a:buSzPts val="1400"/>
              <a:buChar char="•"/>
              <a:defRPr/>
            </a:lvl6pPr>
            <a:lvl7pPr marL="4267200" lvl="6" indent="-423545" algn="l" rtl="0">
              <a:lnSpc>
                <a:spcPct val="90000"/>
              </a:lnSpc>
              <a:spcBef>
                <a:spcPts val="535"/>
              </a:spcBef>
              <a:spcAft>
                <a:spcPts val="0"/>
              </a:spcAft>
              <a:buClr>
                <a:schemeClr val="dk1"/>
              </a:buClr>
              <a:buSzPts val="1400"/>
              <a:buChar char="•"/>
              <a:defRPr/>
            </a:lvl7pPr>
            <a:lvl8pPr marL="4876800" lvl="7" indent="-423545" algn="l" rtl="0">
              <a:lnSpc>
                <a:spcPct val="90000"/>
              </a:lnSpc>
              <a:spcBef>
                <a:spcPts val="535"/>
              </a:spcBef>
              <a:spcAft>
                <a:spcPts val="0"/>
              </a:spcAft>
              <a:buClr>
                <a:schemeClr val="dk1"/>
              </a:buClr>
              <a:buSzPts val="1400"/>
              <a:buChar char="•"/>
              <a:defRPr/>
            </a:lvl8pPr>
            <a:lvl9pPr marL="5486400" lvl="8" indent="-423545" algn="l" rtl="0">
              <a:lnSpc>
                <a:spcPct val="90000"/>
              </a:lnSpc>
              <a:spcBef>
                <a:spcPts val="535"/>
              </a:spcBef>
              <a:spcAft>
                <a:spcPts val="0"/>
              </a:spcAft>
              <a:buClr>
                <a:schemeClr val="dk1"/>
              </a:buClr>
              <a:buSzPts val="1400"/>
              <a:buChar char="•"/>
              <a:defRPr/>
            </a:lvl9pPr>
          </a:lstStyle>
          <a:p>
            <a:pPr lvl="0"/>
            <a:r>
              <a:rPr lang="en-US"/>
              <a:t>Click to edit Master text styles</a:t>
            </a:r>
            <a:endParaRPr lang="en-US"/>
          </a:p>
        </p:txBody>
      </p:sp>
      <p:sp>
        <p:nvSpPr>
          <p:cNvPr id="2" name="Google Shape;311;p50"/>
          <p:cNvSpPr txBox="1">
            <a:spLocks noGrp="1" noChangeArrowheads="1"/>
          </p:cNvSpPr>
          <p:nvPr>
            <p:ph type="sldNum" idx="10"/>
          </p:nvPr>
        </p:nvSpPr>
        <p:spPr/>
        <p:txBody>
          <a:bodyPr anchor="ctr"/>
          <a:lstStyle>
            <a:lvl1pPr>
              <a:defRPr/>
            </a:lvl1pPr>
          </a:lstStyle>
          <a:p>
            <a:pPr>
              <a:defRPr/>
            </a:pPr>
            <a:fld id="{2EF5E9E6-8647-4539-A295-1F03F2040A15}" type="slidenum">
              <a:rPr lang="en-US" altLang="en-US"/>
            </a:fld>
            <a:endParaRPr lang="en-US"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matchingName="Vertical Title and Text">
  <p:cSld name="Vertical Title and Text">
    <p:spTree>
      <p:nvGrpSpPr>
        <p:cNvPr id="1" name="Shape 312"/>
        <p:cNvGrpSpPr/>
        <p:nvPr/>
      </p:nvGrpSpPr>
      <p:grpSpPr>
        <a:xfrm>
          <a:off x="0" y="0"/>
          <a:ext cx="0" cy="0"/>
          <a:chOff x="0" y="0"/>
          <a:chExt cx="0" cy="0"/>
        </a:xfrm>
      </p:grpSpPr>
      <p:sp>
        <p:nvSpPr>
          <p:cNvPr id="2" name="Google Shape;313;p51"/>
          <p:cNvSpPr>
            <a:spLocks noChangeArrowheads="1"/>
          </p:cNvSpPr>
          <p:nvPr/>
        </p:nvSpPr>
        <p:spPr bwMode="auto">
          <a:xfrm>
            <a:off x="772585" y="6307667"/>
            <a:ext cx="6648449" cy="340784"/>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sp>
        <p:nvSpPr>
          <p:cNvPr id="3" name="Google Shape;315;p51"/>
          <p:cNvSpPr>
            <a:spLocks noChangeArrowheads="1"/>
          </p:cNvSpPr>
          <p:nvPr/>
        </p:nvSpPr>
        <p:spPr bwMode="auto">
          <a:xfrm>
            <a:off x="10996084" y="0"/>
            <a:ext cx="1083733" cy="1051984"/>
          </a:xfrm>
          <a:prstGeom prst="rect">
            <a:avLst/>
          </a:prstGeom>
          <a:solidFill>
            <a:srgbClr val="FFFFFF"/>
          </a:solidFill>
          <a:ln>
            <a:noFill/>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z="1865"/>
          </a:p>
        </p:txBody>
      </p:sp>
      <p:pic>
        <p:nvPicPr>
          <p:cNvPr id="4" name="Google Shape;316;p51"/>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Google Shape;314;p51"/>
          <p:cNvSpPr txBox="1">
            <a:spLocks noGrp="1" noChangeArrowheads="1"/>
          </p:cNvSpPr>
          <p:nvPr>
            <p:ph type="sldNum" idx="10"/>
          </p:nvPr>
        </p:nvSpPr>
        <p:spPr>
          <a:xfrm>
            <a:off x="11408834" y="6333067"/>
            <a:ext cx="732367" cy="524933"/>
          </a:xfrm>
        </p:spPr>
        <p:txBody>
          <a:bodyPr/>
          <a:lstStyle>
            <a:lvl1pPr>
              <a:defRPr sz="1735">
                <a:latin typeface="Montserrat" charset="0"/>
                <a:cs typeface="Montserrat" charset="0"/>
                <a:sym typeface="Montserrat" charset="0"/>
              </a:defRPr>
            </a:lvl1pPr>
          </a:lstStyle>
          <a:p>
            <a:pPr>
              <a:defRPr/>
            </a:pPr>
            <a:fld id="{44D1968C-248C-45CC-BD3B-1D210A20000A}" type="slidenum">
              <a:rPr lang="en-US" altLang="en-US"/>
            </a:fld>
            <a:endParaRPr lang="en-US"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4950AD-90FB-426E-8619-E3265B5CFF2D}"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ADAC592-6B7A-40ED-AC42-87DA6EE52A03}"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788524D-90B9-4708-B7BA-16F1752BAF64}"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FD5DF1A0-D7F9-4F1B-A1F7-BC488D3FA4A5}" type="datetime1">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71A67599-1826-4AB7-B715-DFE58CC23BA8}"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293F20-DAFC-447C-B4D8-8E92CDD6E429}" type="datetime1">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03305E-9984-479A-8C3B-116DED6941EB}"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C290509-F595-40A1-A3CD-6FE95CBA2ED0}"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FBC4DD-1846-45FB-BFCB-B8357CA78A34}" type="slidenum">
              <a:rPr lang="en-IN" smtClean="0"/>
            </a:fld>
            <a:endParaRPr lang="en-IN"/>
          </a:p>
        </p:txBody>
      </p:sp>
      <p:sp>
        <p:nvSpPr>
          <p:cNvPr id="5" name="Date Placeholder 4"/>
          <p:cNvSpPr>
            <a:spLocks noGrp="1"/>
          </p:cNvSpPr>
          <p:nvPr>
            <p:ph type="dt" sz="half" idx="10"/>
          </p:nvPr>
        </p:nvSpPr>
        <p:spPr/>
        <p:txBody>
          <a:bodyPr/>
          <a:lstStyle/>
          <a:p>
            <a:fld id="{F8C21137-1FBA-4D63-AE20-0FA78B474252}" type="datetime1">
              <a:rPr lang="en-US" smtClean="0"/>
            </a:fld>
            <a:endParaRPr 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72D18F4-86F4-4735-BBFE-34C2521E01BB}"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FC03CDA-CA00-4267-AF27-1BA6886EE10B}"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33A5C70-74E1-436A-9CE7-F5EAC447ED4B}"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51946BB-9095-4789-A378-E3C100F62954}"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A2A9BF2-3BCF-4D06-B293-8B17748E1984}"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36D66449-7244-47B8-91ED-C451249EF137}"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C55FADB-5B2F-40DE-A32A-BBEEEB1D18D9}"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6" Type="http://schemas.openxmlformats.org/officeDocument/2006/relationships/theme" Target="../theme/theme2.xml"/><Relationship Id="rId35" Type="http://schemas.openxmlformats.org/officeDocument/2006/relationships/image" Target="../media/image28.png"/><Relationship Id="rId34" Type="http://schemas.openxmlformats.org/officeDocument/2006/relationships/slideLayout" Target="../slideLayouts/slideLayout49.xml"/><Relationship Id="rId33" Type="http://schemas.openxmlformats.org/officeDocument/2006/relationships/slideLayout" Target="../slideLayouts/slideLayout48.xml"/><Relationship Id="rId32" Type="http://schemas.openxmlformats.org/officeDocument/2006/relationships/slideLayout" Target="../slideLayouts/slideLayout47.xml"/><Relationship Id="rId31" Type="http://schemas.openxmlformats.org/officeDocument/2006/relationships/slideLayout" Target="../slideLayouts/slideLayout46.xml"/><Relationship Id="rId30" Type="http://schemas.openxmlformats.org/officeDocument/2006/relationships/slideLayout" Target="../slideLayouts/slideLayout45.xml"/><Relationship Id="rId3" Type="http://schemas.openxmlformats.org/officeDocument/2006/relationships/slideLayout" Target="../slideLayouts/slideLayout18.xml"/><Relationship Id="rId29" Type="http://schemas.openxmlformats.org/officeDocument/2006/relationships/slideLayout" Target="../slideLayouts/slideLayout44.xml"/><Relationship Id="rId28" Type="http://schemas.openxmlformats.org/officeDocument/2006/relationships/slideLayout" Target="../slideLayouts/slideLayout43.xml"/><Relationship Id="rId27" Type="http://schemas.openxmlformats.org/officeDocument/2006/relationships/slideLayout" Target="../slideLayouts/slideLayout42.xml"/><Relationship Id="rId26" Type="http://schemas.openxmlformats.org/officeDocument/2006/relationships/slideLayout" Target="../slideLayouts/slideLayout41.xml"/><Relationship Id="rId25" Type="http://schemas.openxmlformats.org/officeDocument/2006/relationships/slideLayout" Target="../slideLayouts/slideLayout40.xml"/><Relationship Id="rId24" Type="http://schemas.openxmlformats.org/officeDocument/2006/relationships/slideLayout" Target="../slideLayouts/slideLayout39.xml"/><Relationship Id="rId23" Type="http://schemas.openxmlformats.org/officeDocument/2006/relationships/slideLayout" Target="../slideLayouts/slideLayout38.xml"/><Relationship Id="rId22" Type="http://schemas.openxmlformats.org/officeDocument/2006/relationships/slideLayout" Target="../slideLayouts/slideLayout37.xml"/><Relationship Id="rId21" Type="http://schemas.openxmlformats.org/officeDocument/2006/relationships/slideLayout" Target="../slideLayouts/slideLayout36.xml"/><Relationship Id="rId20" Type="http://schemas.openxmlformats.org/officeDocument/2006/relationships/slideLayout" Target="../slideLayouts/slideLayout35.xml"/><Relationship Id="rId2" Type="http://schemas.openxmlformats.org/officeDocument/2006/relationships/slideLayout" Target="../slideLayouts/slideLayout17.xml"/><Relationship Id="rId19" Type="http://schemas.openxmlformats.org/officeDocument/2006/relationships/slideLayout" Target="../slideLayouts/slideLayout34.xml"/><Relationship Id="rId18" Type="http://schemas.openxmlformats.org/officeDocument/2006/relationships/slideLayout" Target="../slideLayouts/slideLayout33.xml"/><Relationship Id="rId17" Type="http://schemas.openxmlformats.org/officeDocument/2006/relationships/slideLayout" Target="../slideLayouts/slideLayout32.xml"/><Relationship Id="rId16" Type="http://schemas.openxmlformats.org/officeDocument/2006/relationships/slideLayout" Target="../slideLayouts/slideLayout31.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58.xml"/><Relationship Id="rId8" Type="http://schemas.openxmlformats.org/officeDocument/2006/relationships/slideLayout" Target="../slideLayouts/slideLayout57.xml"/><Relationship Id="rId7" Type="http://schemas.openxmlformats.org/officeDocument/2006/relationships/slideLayout" Target="../slideLayouts/slideLayout56.xml"/><Relationship Id="rId6" Type="http://schemas.openxmlformats.org/officeDocument/2006/relationships/slideLayout" Target="../slideLayouts/slideLayout55.xml"/><Relationship Id="rId5" Type="http://schemas.openxmlformats.org/officeDocument/2006/relationships/slideLayout" Target="../slideLayouts/slideLayout54.xml"/><Relationship Id="rId4" Type="http://schemas.openxmlformats.org/officeDocument/2006/relationships/slideLayout" Target="../slideLayouts/slideLayout53.xml"/><Relationship Id="rId3" Type="http://schemas.openxmlformats.org/officeDocument/2006/relationships/slideLayout" Target="../slideLayouts/slideLayout52.xml"/><Relationship Id="rId2" Type="http://schemas.openxmlformats.org/officeDocument/2006/relationships/slideLayout" Target="../slideLayouts/slideLayout51.xml"/><Relationship Id="rId17" Type="http://schemas.openxmlformats.org/officeDocument/2006/relationships/theme" Target="../theme/theme3.xml"/><Relationship Id="rId16" Type="http://schemas.openxmlformats.org/officeDocument/2006/relationships/slideLayout" Target="../slideLayouts/slideLayout65.xml"/><Relationship Id="rId15" Type="http://schemas.openxmlformats.org/officeDocument/2006/relationships/slideLayout" Target="../slideLayouts/slideLayout64.xml"/><Relationship Id="rId14" Type="http://schemas.openxmlformats.org/officeDocument/2006/relationships/slideLayout" Target="../slideLayouts/slideLayout63.xml"/><Relationship Id="rId13" Type="http://schemas.openxmlformats.org/officeDocument/2006/relationships/slideLayout" Target="../slideLayouts/slideLayout62.xml"/><Relationship Id="rId12" Type="http://schemas.openxmlformats.org/officeDocument/2006/relationships/slideLayout" Target="../slideLayouts/slideLayout61.xml"/><Relationship Id="rId11" Type="http://schemas.openxmlformats.org/officeDocument/2006/relationships/slideLayout" Target="../slideLayouts/slideLayout60.xml"/><Relationship Id="rId10" Type="http://schemas.openxmlformats.org/officeDocument/2006/relationships/slideLayout" Target="../slideLayouts/slideLayout59.xml"/><Relationship Id="rId1"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Google Shape;6;p1"/>
          <p:cNvSpPr txBox="1">
            <a:spLocks noGrp="1" noChangeArrowheads="1"/>
          </p:cNvSpPr>
          <p:nvPr>
            <p:ph type="title"/>
          </p:nvPr>
        </p:nvSpPr>
        <p:spPr bwMode="auto">
          <a:xfrm>
            <a:off x="414867" y="592667"/>
            <a:ext cx="11362267" cy="764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lstStyle/>
          <a:p>
            <a:pPr lvl="0"/>
            <a:endParaRPr lang="en-US" altLang="en-US">
              <a:sym typeface="Arial" panose="020B0604020202020204" pitchFamily="34" charset="0"/>
            </a:endParaRPr>
          </a:p>
        </p:txBody>
      </p:sp>
      <p:sp>
        <p:nvSpPr>
          <p:cNvPr id="1027" name="Google Shape;7;p1"/>
          <p:cNvSpPr txBox="1">
            <a:spLocks noGrp="1" noChangeArrowheads="1"/>
          </p:cNvSpPr>
          <p:nvPr>
            <p:ph type="body" idx="1"/>
          </p:nvPr>
        </p:nvSpPr>
        <p:spPr bwMode="auto">
          <a:xfrm>
            <a:off x="414867" y="1536700"/>
            <a:ext cx="11362267" cy="455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lstStyle/>
          <a:p>
            <a:pPr lvl="0"/>
            <a:endParaRPr lang="en-US" altLang="en-US">
              <a:sym typeface="Arial" panose="020B0604020202020204" pitchFamily="34" charset="0"/>
            </a:endParaRPr>
          </a:p>
        </p:txBody>
      </p:sp>
      <p:sp>
        <p:nvSpPr>
          <p:cNvPr id="1028" name="Google Shape;8;p1"/>
          <p:cNvSpPr txBox="1">
            <a:spLocks noGrp="1" noChangeArrowheads="1"/>
          </p:cNvSpPr>
          <p:nvPr>
            <p:ph type="sldNum" idx="12"/>
          </p:nvPr>
        </p:nvSpPr>
        <p:spPr bwMode="auto">
          <a:xfrm>
            <a:off x="11296651" y="6216651"/>
            <a:ext cx="732367" cy="524933"/>
          </a:xfrm>
          <a:prstGeom prst="rect">
            <a:avLst/>
          </a:prstGeom>
          <a:noFill/>
          <a:ln>
            <a:noFill/>
          </a:ln>
        </p:spPr>
        <p:txBody>
          <a:bodyPr vert="horz" wrap="square" lIns="91425" tIns="91425" rIns="91425" bIns="91425" numCol="1" anchor="ctr" anchorCtr="0" compatLnSpc="1"/>
          <a:lstStyle>
            <a:lvl1pPr algn="r" eaLnBrk="1" hangingPunct="1">
              <a:buClr>
                <a:srgbClr val="000000"/>
              </a:buClr>
              <a:buFont typeface="Arial" panose="020B0604020202020204" pitchFamily="34" charset="0"/>
              <a:buNone/>
              <a:defRPr sz="1335">
                <a:solidFill>
                  <a:srgbClr val="595959"/>
                </a:solidFill>
              </a:defRPr>
            </a:lvl1pPr>
          </a:lstStyle>
          <a:p>
            <a:fld id="{B2FBC4DD-1846-45FB-BFCB-B8357CA78A34}" type="slidenum">
              <a:rPr lang="en-IN" smtClean="0"/>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1pPr>
      <a:lvl2pPr lvl="1"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2pPr>
      <a:lvl3pPr lvl="2"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3pPr>
      <a:lvl4pPr lvl="3"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4pPr>
      <a:lvl5pPr lvl="4"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1pPr>
      <a:lvl2pPr lvl="1"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2pPr>
      <a:lvl3pPr lvl="2"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3pPr>
      <a:lvl4pPr lvl="3"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4pPr>
      <a:lvl5pPr lvl="4"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Google Shape;68;p16"/>
          <p:cNvPicPr preferRelativeResize="0">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Google Shape;69;p16"/>
          <p:cNvSpPr txBox="1">
            <a:spLocks noGrp="1" noChangeArrowheads="1"/>
          </p:cNvSpPr>
          <p:nvPr>
            <p:ph type="title"/>
          </p:nvPr>
        </p:nvSpPr>
        <p:spPr bwMode="auto">
          <a:xfrm>
            <a:off x="838200" y="366185"/>
            <a:ext cx="10515600" cy="132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75" tIns="34275" rIns="68575" bIns="34275" numCol="1" anchor="ctr" anchorCtr="0" compatLnSpc="1"/>
          <a:lstStyle/>
          <a:p>
            <a:pPr lvl="0"/>
            <a:endParaRPr lang="en-US" altLang="en-US">
              <a:sym typeface="Arial" panose="020B0604020202020204" pitchFamily="34" charset="0"/>
            </a:endParaRPr>
          </a:p>
        </p:txBody>
      </p:sp>
      <p:sp>
        <p:nvSpPr>
          <p:cNvPr id="2052" name="Google Shape;70;p16"/>
          <p:cNvSpPr txBox="1">
            <a:spLocks noGrp="1" noChangeArrowheads="1"/>
          </p:cNvSpPr>
          <p:nvPr>
            <p:ph type="body" idx="1"/>
          </p:nvPr>
        </p:nvSpPr>
        <p:spPr bwMode="auto">
          <a:xfrm>
            <a:off x="838200" y="1826684"/>
            <a:ext cx="10515600" cy="4349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75" tIns="34275" rIns="68575" bIns="34275" numCol="1" anchor="t" anchorCtr="0" compatLnSpc="1"/>
          <a:lstStyle/>
          <a:p>
            <a:pPr lvl="0"/>
            <a:endParaRPr lang="en-US" altLang="en-US">
              <a:sym typeface="Arial" panose="020B0604020202020204" pitchFamily="34" charset="0"/>
            </a:endParaRPr>
          </a:p>
        </p:txBody>
      </p:sp>
      <p:sp>
        <p:nvSpPr>
          <p:cNvPr id="2053" name="Google Shape;71;p16"/>
          <p:cNvSpPr txBox="1">
            <a:spLocks noGrp="1" noChangeArrowheads="1"/>
          </p:cNvSpPr>
          <p:nvPr>
            <p:ph type="sldNum" idx="12"/>
          </p:nvPr>
        </p:nvSpPr>
        <p:spPr bwMode="auto">
          <a:xfrm>
            <a:off x="10606618" y="6381751"/>
            <a:ext cx="747183" cy="366183"/>
          </a:xfrm>
          <a:prstGeom prst="rect">
            <a:avLst/>
          </a:prstGeom>
          <a:noFill/>
          <a:ln>
            <a:noFill/>
          </a:ln>
        </p:spPr>
        <p:txBody>
          <a:bodyPr vert="horz" wrap="square" lIns="68575" tIns="34275" rIns="68575" bIns="34275" numCol="1" anchor="t" anchorCtr="0" compatLnSpc="1"/>
          <a:lstStyle>
            <a:lvl1pPr algn="r" eaLnBrk="1" hangingPunct="1">
              <a:buClr>
                <a:srgbClr val="000000"/>
              </a:buClr>
              <a:buFont typeface="Arial" panose="020B0604020202020204" pitchFamily="34" charset="0"/>
              <a:buNone/>
              <a:defRPr sz="1200">
                <a:solidFill>
                  <a:srgbClr val="1E2843"/>
                </a:solidFill>
                <a:latin typeface="Calibri" panose="020F0502020204030204" pitchFamily="34" charset="0"/>
                <a:cs typeface="Calibri" panose="020F0502020204030204" pitchFamily="34" charset="0"/>
                <a:sym typeface="Calibri" panose="020F0502020204030204" pitchFamily="34" charset="0"/>
              </a:defRPr>
            </a:lvl1pPr>
          </a:lstStyle>
          <a:p>
            <a:pPr>
              <a:defRPr/>
            </a:pPr>
            <a:fld id="{206D4448-42FC-4F3C-8332-83051E03E203}" type="slidenum">
              <a:rPr lang="en-US" altLang="en-US"/>
            </a:fld>
            <a:endParaRPr lang="en-US" altLang="en-US"/>
          </a:p>
        </p:txBody>
      </p:sp>
      <p:sp>
        <p:nvSpPr>
          <p:cNvPr id="2054" name="Google Shape;72;p16"/>
          <p:cNvSpPr txBox="1">
            <a:spLocks noChangeArrowheads="1"/>
          </p:cNvSpPr>
          <p:nvPr/>
        </p:nvSpPr>
        <p:spPr bwMode="auto">
          <a:xfrm>
            <a:off x="3589867" y="6314018"/>
            <a:ext cx="5012267" cy="306916"/>
          </a:xfrm>
          <a:prstGeom prst="rect">
            <a:avLst/>
          </a:prstGeom>
          <a:noFill/>
          <a:ln>
            <a:noFill/>
          </a:ln>
        </p:spPr>
        <p:txBody>
          <a:bodyPr lIns="121900" tIns="121900" rIns="121900" bIns="12190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r>
              <a:rPr lang="en-US" altLang="en-US" sz="1065" dirty="0">
                <a:solidFill>
                  <a:srgbClr val="1E2843"/>
                </a:solidFill>
                <a:latin typeface="Montserrat" charset="0"/>
                <a:cs typeface="Montserrat" charset="0"/>
                <a:sym typeface="Montserrat" charset="0"/>
              </a:rPr>
              <a:t>2018-2020</a:t>
            </a:r>
            <a:endParaRPr lang="en-US" altLang="en-US" sz="1065" dirty="0">
              <a:solidFill>
                <a:srgbClr val="1E2843"/>
              </a:solidFill>
              <a:latin typeface="Montserrat" charset="0"/>
              <a:cs typeface="Montserrat" charset="0"/>
              <a:sym typeface="Montserrat" charset="0"/>
            </a:endParaRPr>
          </a:p>
        </p:txBody>
      </p:sp>
      <p:sp>
        <p:nvSpPr>
          <p:cNvPr id="2055" name="Google Shape;73;p16"/>
          <p:cNvSpPr txBox="1">
            <a:spLocks noChangeArrowheads="1"/>
          </p:cNvSpPr>
          <p:nvPr/>
        </p:nvSpPr>
        <p:spPr bwMode="auto">
          <a:xfrm>
            <a:off x="831851" y="6318251"/>
            <a:ext cx="1022349" cy="364067"/>
          </a:xfrm>
          <a:prstGeom prst="rect">
            <a:avLst/>
          </a:prstGeom>
          <a:noFill/>
          <a:ln>
            <a:noFill/>
          </a:ln>
        </p:spPr>
        <p:txBody>
          <a:bodyPr lIns="121900" tIns="121900" rIns="121900" bIns="12190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15000"/>
              </a:lnSpc>
              <a:defRPr/>
            </a:pPr>
            <a:r>
              <a:rPr lang="en-US" altLang="en-US" sz="1065" dirty="0">
                <a:solidFill>
                  <a:srgbClr val="1E2843"/>
                </a:solidFill>
                <a:latin typeface="Calibri" panose="020F0502020204030204" pitchFamily="34" charset="0"/>
                <a:cs typeface="Calibri" panose="020F0502020204030204" pitchFamily="34" charset="0"/>
                <a:sym typeface="Calibri" panose="020F0502020204030204" pitchFamily="34" charset="0"/>
              </a:rPr>
              <a:t>02-Sept-2020</a:t>
            </a:r>
            <a:endParaRPr lang="en-US" altLang="en-US" sz="1065" dirty="0">
              <a:solidFill>
                <a:srgbClr val="1E2843"/>
              </a:solidFill>
              <a:latin typeface="Calibri" panose="020F0502020204030204" pitchFamily="34" charset="0"/>
              <a:cs typeface="Calibri" panose="020F0502020204030204" pitchFamily="34" charset="0"/>
              <a:sym typeface="Calibri" panose="020F0502020204030204" pitchFamily="34" charset="0"/>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Lst>
  <p:hf hdr="0" ftr="0" dt="0"/>
  <p:txStyles>
    <p:titleStyle>
      <a:defPPr marR="0" lvl="0" algn="l" rtl="0">
        <a:lnSpc>
          <a:spcPct val="100000"/>
        </a:lnSpc>
        <a:spcBef>
          <a:spcPts val="0"/>
        </a:spcBef>
        <a:spcAft>
          <a:spcPts val="0"/>
        </a:spcAft>
      </a:defPPr>
      <a:lvl1pPr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1pPr>
      <a:lvl2pPr lvl="1"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2pPr>
      <a:lvl3pPr lvl="2"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3pPr>
      <a:lvl4pPr lvl="3"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4pPr>
      <a:lvl5pPr lvl="4"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1pPr>
      <a:lvl2pPr lvl="1"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2pPr>
      <a:lvl3pPr lvl="2"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3pPr>
      <a:lvl4pPr lvl="3"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4pPr>
      <a:lvl5pPr lvl="4" algn="l" rtl="0" eaLnBrk="1" fontAlgn="base" hangingPunct="1">
        <a:spcBef>
          <a:spcPct val="0"/>
        </a:spcBef>
        <a:spcAft>
          <a:spcPct val="0"/>
        </a:spcAft>
        <a:buClr>
          <a:srgbClr val="000000"/>
        </a:buClr>
        <a:buFont typeface="Arial" panose="020B0604020202020204" pitchFamily="34" charset="0"/>
        <a:defRPr sz="1865">
          <a:solidFill>
            <a:srgbClr val="000000"/>
          </a:solidFill>
          <a:latin typeface="Arial" panose="020B0604020202020204"/>
          <a:ea typeface="Arial" panose="020B0604020202020204"/>
          <a:cs typeface="Arial" panose="020B0604020202020204"/>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E08976A-0594-47CA-9D7B-82F59506E1DA}" type="datetime1">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2FBC4DD-1846-45FB-BFCB-B8357CA78A3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6.xml"/><Relationship Id="rId2" Type="http://schemas.openxmlformats.org/officeDocument/2006/relationships/image" Target="../media/image30.png"/><Relationship Id="rId1"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2207374" y="2116196"/>
            <a:ext cx="5820931" cy="1102866"/>
          </a:xfrm>
          <a:prstGeom prst="rect">
            <a:avLst/>
          </a:prstGeom>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120000"/>
              </a:lnSpc>
            </a:pPr>
            <a:endPar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20000"/>
              </a:lnSpc>
            </a:pPr>
            <a:r>
              <a:rPr lang="en-US" altLang="en-GB" sz="2400" b="1" kern="100" dirty="0">
                <a:effectLst/>
                <a:latin typeface="Times New Roman" panose="02020603050405020304" pitchFamily="18" charset="0"/>
                <a:ea typeface="Calibri" panose="020F0502020204030204" pitchFamily="34" charset="0"/>
                <a:cs typeface="Times New Roman" panose="02020603050405020304" pitchFamily="18" charset="0"/>
              </a:rPr>
              <a:t>ADB1411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alt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PROJECT PHASE </a:t>
            </a: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I</a:t>
            </a:r>
            <a:endPar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p:cNvSpPr txBox="1"/>
          <p:nvPr/>
        </p:nvSpPr>
        <p:spPr>
          <a:xfrm>
            <a:off x="694605" y="3517642"/>
            <a:ext cx="3578816" cy="2695610"/>
          </a:xfrm>
          <a:prstGeom prst="rect">
            <a:avLst/>
          </a:prstGeom>
          <a:noFill/>
        </p:spPr>
        <p:txBody>
          <a:bodyPr wrap="square">
            <a:spAutoFit/>
          </a:bodyPr>
          <a:lstStyle/>
          <a:p>
            <a:pPr>
              <a:spcBef>
                <a:spcPts val="660"/>
              </a:spcBef>
            </a:pPr>
            <a:r>
              <a:rPr lang="en-US" sz="1800" b="1" dirty="0">
                <a:solidFill>
                  <a:srgbClr val="0070C0"/>
                </a:solidFill>
                <a:effectLst/>
                <a:latin typeface="Times New Roman" panose="02020603050405020304" pitchFamily="18" charset="0"/>
                <a:ea typeface="Times New Roman" panose="02020603050405020304" pitchFamily="18" charset="0"/>
              </a:rPr>
              <a:t>Guided by:                                                                                          </a:t>
            </a:r>
            <a:endParaRPr lang="en-US" sz="1800" b="1" dirty="0">
              <a:solidFill>
                <a:srgbClr val="0070C0"/>
              </a:solidFill>
              <a:effectLst/>
              <a:latin typeface="Times New Roman" panose="02020603050405020304" pitchFamily="18" charset="0"/>
              <a:ea typeface="Times New Roman" panose="02020603050405020304" pitchFamily="18" charset="0"/>
            </a:endParaRPr>
          </a:p>
          <a:p>
            <a:pPr>
              <a:spcBef>
                <a:spcPts val="660"/>
              </a:spcBef>
            </a:pPr>
            <a:r>
              <a:rPr lang="en-US" b="1" dirty="0">
                <a:latin typeface="Times New Roman" panose="02020603050405020304" pitchFamily="18" charset="0"/>
                <a:cs typeface="Times New Roman" panose="02020603050405020304" pitchFamily="18" charset="0"/>
              </a:rPr>
              <a:t>Mrs. R. KIRTHIGA M.E.,</a:t>
            </a:r>
            <a:endParaRPr lang="en-GB" dirty="0">
              <a:latin typeface="Times New Roman" panose="02020603050405020304" pitchFamily="18" charset="0"/>
              <a:cs typeface="Times New Roman" panose="02020603050405020304" pitchFamily="18" charset="0"/>
            </a:endParaRPr>
          </a:p>
          <a:p>
            <a:pPr>
              <a:spcBef>
                <a:spcPts val="660"/>
              </a:spcBef>
            </a:pPr>
            <a:r>
              <a:rPr lang="en-US" sz="1800" dirty="0">
                <a:latin typeface="Times New Roman" panose="02020603050405020304" pitchFamily="18" charset="0"/>
                <a:ea typeface="Times New Roman" panose="02020603050405020304" pitchFamily="18" charset="0"/>
              </a:rPr>
              <a:t>Assistant Professor,</a:t>
            </a:r>
            <a:endParaRPr lang="en-US" sz="1800" dirty="0">
              <a:latin typeface="Times New Roman" panose="02020603050405020304" pitchFamily="18" charset="0"/>
              <a:ea typeface="Times New Roman" panose="02020603050405020304" pitchFamily="18" charset="0"/>
            </a:endParaRPr>
          </a:p>
          <a:p>
            <a:pPr>
              <a:spcBef>
                <a:spcPts val="660"/>
              </a:spcBef>
            </a:pPr>
            <a:r>
              <a:rPr lang="en-US" sz="1800" dirty="0">
                <a:effectLst/>
                <a:latin typeface="Times New Roman" panose="02020603050405020304" pitchFamily="18" charset="0"/>
                <a:ea typeface="Times New Roman" panose="02020603050405020304" pitchFamily="18" charset="0"/>
              </a:rPr>
              <a:t>Department of Artificial Intelligence and Data Science,</a:t>
            </a:r>
            <a:endParaRPr lang="en-US" sz="1800" dirty="0">
              <a:effectLst/>
              <a:latin typeface="Times New Roman" panose="02020603050405020304" pitchFamily="18" charset="0"/>
              <a:ea typeface="Times New Roman" panose="02020603050405020304" pitchFamily="18" charset="0"/>
            </a:endParaRPr>
          </a:p>
          <a:p>
            <a:pPr>
              <a:spcBef>
                <a:spcPts val="660"/>
              </a:spcBef>
            </a:pPr>
            <a:r>
              <a:rPr lang="en-US" sz="1800" dirty="0">
                <a:effectLst/>
                <a:latin typeface="Times New Roman" panose="02020603050405020304" pitchFamily="18" charset="0"/>
                <a:ea typeface="Times New Roman" panose="02020603050405020304" pitchFamily="18" charset="0"/>
              </a:rPr>
              <a:t>K. Ramakrishnan College of Engineering, (Autonomous),</a:t>
            </a:r>
            <a:endParaRPr lang="en-US" sz="1800" dirty="0">
              <a:effectLst/>
              <a:latin typeface="Times New Roman" panose="02020603050405020304" pitchFamily="18" charset="0"/>
              <a:ea typeface="Times New Roman" panose="02020603050405020304" pitchFamily="18" charset="0"/>
            </a:endParaRPr>
          </a:p>
          <a:p>
            <a:pPr>
              <a:spcBef>
                <a:spcPts val="660"/>
              </a:spcBef>
            </a:pPr>
            <a:r>
              <a:rPr lang="en-US" sz="1800" dirty="0" err="1">
                <a:effectLst/>
                <a:latin typeface="Times New Roman" panose="02020603050405020304" pitchFamily="18" charset="0"/>
                <a:ea typeface="Times New Roman" panose="02020603050405020304" pitchFamily="18" charset="0"/>
              </a:rPr>
              <a:t>Samayapuram</a:t>
            </a:r>
            <a:r>
              <a:rPr lang="en-US" sz="1800" dirty="0">
                <a:effectLst/>
                <a:latin typeface="Times New Roman" panose="02020603050405020304" pitchFamily="18" charset="0"/>
                <a:ea typeface="Times New Roman" panose="02020603050405020304" pitchFamily="18" charset="0"/>
              </a:rPr>
              <a:t>, Trichy – 621 112. </a:t>
            </a:r>
            <a:r>
              <a:rPr lang="en-US" sz="1800" spc="-15" dirty="0">
                <a:effectLst/>
                <a:latin typeface="Times New Roman" panose="02020603050405020304" pitchFamily="18" charset="0"/>
                <a:ea typeface="Times New Roman" panose="02020603050405020304" pitchFamily="18" charset="0"/>
              </a:rPr>
              <a:t> </a:t>
            </a:r>
            <a:endParaRPr lang="en-IN" dirty="0"/>
          </a:p>
        </p:txBody>
      </p:sp>
      <p:pic>
        <p:nvPicPr>
          <p:cNvPr id="2" name="Picture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181574" y="605132"/>
            <a:ext cx="1055731" cy="978135"/>
          </a:xfrm>
          <a:prstGeom prst="rect">
            <a:avLst/>
          </a:prstGeom>
          <a:noFill/>
          <a:ln>
            <a:noFill/>
          </a:ln>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4605" y="609281"/>
            <a:ext cx="1512771" cy="973986"/>
          </a:xfrm>
          <a:prstGeom prst="rect">
            <a:avLst/>
          </a:prstGeom>
          <a:noFill/>
        </p:spPr>
      </p:pic>
      <p:sp>
        <p:nvSpPr>
          <p:cNvPr id="7" name="TextBox 6"/>
          <p:cNvSpPr txBox="1"/>
          <p:nvPr/>
        </p:nvSpPr>
        <p:spPr>
          <a:xfrm>
            <a:off x="2360644" y="605132"/>
            <a:ext cx="5667661" cy="829945"/>
          </a:xfrm>
          <a:prstGeom prst="rect">
            <a:avLst/>
          </a:prstGeom>
          <a:noFill/>
        </p:spPr>
        <p:txBody>
          <a:bodyPr wrap="square">
            <a:spAutoFit/>
          </a:bodyPr>
          <a:lstStyle/>
          <a:p>
            <a:pPr algn="ctr">
              <a:lnSpc>
                <a:spcPct val="120000"/>
              </a:lnSpc>
            </a:pPr>
            <a:r>
              <a:rPr lang="en-US" altLang="en-GB" sz="20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SMART ADAPTIVE FOOTWEAR SYSTEM WITH ADJUSTABLE MIDFOOT SUPPORT</a:t>
            </a:r>
            <a:endParaRPr lang="en-US" altLang="en-GB" sz="20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extBox 10"/>
          <p:cNvSpPr txBox="1"/>
          <p:nvPr/>
        </p:nvSpPr>
        <p:spPr>
          <a:xfrm>
            <a:off x="5658490" y="3517642"/>
            <a:ext cx="4338950" cy="1868805"/>
          </a:xfrm>
          <a:prstGeom prst="rect">
            <a:avLst/>
          </a:prstGeom>
          <a:noFill/>
        </p:spPr>
        <p:txBody>
          <a:bodyPr wrap="square">
            <a:spAutoFit/>
          </a:bodyPr>
          <a:lstStyle/>
          <a:p>
            <a:pPr>
              <a:spcBef>
                <a:spcPts val="660"/>
              </a:spcBef>
            </a:pPr>
            <a:r>
              <a:rPr lang="en-US" sz="1800" b="1" dirty="0">
                <a:solidFill>
                  <a:srgbClr val="0070C0"/>
                </a:solidFill>
                <a:latin typeface="Times New Roman" panose="02020603050405020304" pitchFamily="18" charset="0"/>
                <a:ea typeface="Times New Roman" panose="02020603050405020304" pitchFamily="18" charset="0"/>
              </a:rPr>
              <a:t>Presented </a:t>
            </a:r>
            <a:r>
              <a:rPr lang="en-US" sz="1800" b="1" dirty="0">
                <a:solidFill>
                  <a:srgbClr val="0070C0"/>
                </a:solidFill>
                <a:effectLst/>
                <a:latin typeface="Times New Roman" panose="02020603050405020304" pitchFamily="18" charset="0"/>
                <a:ea typeface="Times New Roman" panose="02020603050405020304" pitchFamily="18" charset="0"/>
              </a:rPr>
              <a:t>by:  </a:t>
            </a:r>
            <a:endParaRPr lang="en-US" sz="1800" b="1" dirty="0">
              <a:solidFill>
                <a:srgbClr val="0070C0"/>
              </a:solidFill>
              <a:effectLst/>
              <a:latin typeface="Times New Roman" panose="02020603050405020304" pitchFamily="18" charset="0"/>
              <a:ea typeface="Times New Roman" panose="02020603050405020304" pitchFamily="18" charset="0"/>
            </a:endParaRPr>
          </a:p>
          <a:p>
            <a:pPr>
              <a:spcBef>
                <a:spcPts val="660"/>
              </a:spcBef>
            </a:pPr>
            <a:r>
              <a:rPr lang="en-US" altLang="en-GB" b="1" dirty="0">
                <a:solidFill>
                  <a:schemeClr val="tx1"/>
                </a:solidFill>
                <a:effectLst/>
                <a:latin typeface="Times New Roman" panose="02020603050405020304" pitchFamily="18" charset="0"/>
                <a:ea typeface="Times New Roman" panose="02020603050405020304" pitchFamily="18" charset="0"/>
              </a:rPr>
              <a:t>ARUN N (8115U23AM008)</a:t>
            </a:r>
            <a:endParaRPr lang="en-US" altLang="en-GB" b="1" dirty="0">
              <a:solidFill>
                <a:schemeClr val="tx1"/>
              </a:solidFill>
              <a:effectLst/>
              <a:latin typeface="Times New Roman" panose="02020603050405020304" pitchFamily="18" charset="0"/>
              <a:ea typeface="Times New Roman" panose="02020603050405020304" pitchFamily="18" charset="0"/>
            </a:endParaRPr>
          </a:p>
          <a:p>
            <a:pPr>
              <a:spcBef>
                <a:spcPts val="660"/>
              </a:spcBef>
            </a:pPr>
            <a:r>
              <a:rPr lang="en-US" altLang="en-GB" b="1" dirty="0">
                <a:solidFill>
                  <a:schemeClr val="tx1"/>
                </a:solidFill>
                <a:effectLst/>
                <a:latin typeface="Times New Roman" panose="02020603050405020304" pitchFamily="18" charset="0"/>
                <a:ea typeface="Times New Roman" panose="02020603050405020304" pitchFamily="18" charset="0"/>
              </a:rPr>
              <a:t>BERNISH L H (8115U23AM012)</a:t>
            </a:r>
            <a:endParaRPr lang="en-US" altLang="en-GB" b="1" dirty="0">
              <a:solidFill>
                <a:schemeClr val="tx1"/>
              </a:solidFill>
              <a:effectLst/>
              <a:latin typeface="Times New Roman" panose="02020603050405020304" pitchFamily="18" charset="0"/>
              <a:ea typeface="Times New Roman" panose="02020603050405020304" pitchFamily="18" charset="0"/>
            </a:endParaRPr>
          </a:p>
          <a:p>
            <a:pPr>
              <a:spcBef>
                <a:spcPts val="660"/>
              </a:spcBef>
            </a:pPr>
            <a:r>
              <a:rPr lang="en-US" altLang="en-GB" b="1" dirty="0">
                <a:solidFill>
                  <a:schemeClr val="tx1"/>
                </a:solidFill>
                <a:effectLst/>
                <a:latin typeface="Times New Roman" panose="02020603050405020304" pitchFamily="18" charset="0"/>
                <a:ea typeface="Times New Roman" panose="02020603050405020304" pitchFamily="18" charset="0"/>
              </a:rPr>
              <a:t>MANORANJAN K (8115U23AM026) </a:t>
            </a:r>
            <a:endParaRPr lang="en-US" altLang="en-GB" b="1" dirty="0">
              <a:solidFill>
                <a:schemeClr val="tx1"/>
              </a:solidFill>
              <a:effectLst/>
              <a:latin typeface="Times New Roman" panose="02020603050405020304" pitchFamily="18" charset="0"/>
              <a:ea typeface="Times New Roman" panose="02020603050405020304" pitchFamily="18" charset="0"/>
            </a:endParaRPr>
          </a:p>
          <a:p>
            <a:pPr>
              <a:spcBef>
                <a:spcPts val="660"/>
              </a:spcBef>
            </a:pPr>
            <a:r>
              <a:rPr lang="en-US" altLang="en-GB" b="1" dirty="0">
                <a:solidFill>
                  <a:schemeClr val="tx1"/>
                </a:solidFill>
                <a:effectLst/>
                <a:latin typeface="Times New Roman" panose="02020603050405020304" pitchFamily="18" charset="0"/>
                <a:ea typeface="Times New Roman" panose="02020603050405020304" pitchFamily="18" charset="0"/>
              </a:rPr>
              <a:t>SABARI S (8115U23AM039)</a:t>
            </a:r>
            <a:r>
              <a:rPr lang="en-US" b="1" dirty="0">
                <a:solidFill>
                  <a:schemeClr val="tx1"/>
                </a:solidFill>
                <a:effectLst/>
                <a:latin typeface="Times New Roman" panose="02020603050405020304" pitchFamily="18" charset="0"/>
                <a:ea typeface="Times New Roman" panose="02020603050405020304" pitchFamily="18" charset="0"/>
              </a:rPr>
              <a:t>  </a:t>
            </a:r>
            <a:endParaRPr lang="en-US" b="1" dirty="0">
              <a:solidFill>
                <a:schemeClr val="tx1"/>
              </a:solidFill>
              <a:effectLst/>
              <a:latin typeface="Times New Roman" panose="02020603050405020304" pitchFamily="18" charset="0"/>
              <a:ea typeface="Times New Roman" panose="02020603050405020304" pitchFamily="18" charset="0"/>
            </a:endParaRPr>
          </a:p>
          <a:p>
            <a:pPr>
              <a:spcBef>
                <a:spcPts val="660"/>
              </a:spcBef>
            </a:pPr>
            <a:r>
              <a:rPr lang="en-US" b="1" dirty="0">
                <a:solidFill>
                  <a:schemeClr val="tx1"/>
                </a:solidFill>
                <a:effectLst/>
                <a:latin typeface="Times New Roman" panose="02020603050405020304" pitchFamily="18" charset="0"/>
                <a:ea typeface="Times New Roman" panose="02020603050405020304" pitchFamily="18" charset="0"/>
              </a:rPr>
              <a:t>                                                                                   </a:t>
            </a:r>
            <a:endParaRPr lang="en-US" b="1" dirty="0">
              <a:solidFill>
                <a:schemeClr val="tx1"/>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211" y="149291"/>
            <a:ext cx="10058400" cy="709126"/>
          </a:xfrm>
        </p:spPr>
        <p:txBody>
          <a:bodyPr>
            <a:normAutofit fontScale="90000"/>
          </a:bodyPr>
          <a:lstStyle/>
          <a:p>
            <a:pPr algn="ctr"/>
            <a:r>
              <a:rPr lang="en-US" sz="4400" b="1" dirty="0">
                <a:solidFill>
                  <a:srgbClr val="0070C0"/>
                </a:solidFill>
                <a:latin typeface="Times New Roman" panose="02020603050405020304" pitchFamily="18" charset="0"/>
                <a:cs typeface="Times New Roman" panose="02020603050405020304" pitchFamily="18" charset="0"/>
              </a:rPr>
              <a:t>Overview</a:t>
            </a:r>
            <a:endParaRPr lang="en-IN" sz="4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18148" y="961053"/>
            <a:ext cx="5843910" cy="5533054"/>
          </a:xfrm>
        </p:spPr>
        <p:txBody>
          <a:bodyPr>
            <a:no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Objective</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Literature Survey</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Existing System</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Proposed System</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altLang="en-GB" sz="2400" dirty="0">
                <a:latin typeface="Times New Roman" panose="02020603050405020304" pitchFamily="18" charset="0"/>
                <a:cs typeface="Times New Roman" panose="02020603050405020304" pitchFamily="18" charset="0"/>
              </a:rPr>
              <a:t>System Architecture</a:t>
            </a:r>
            <a:endParaRPr lang="en-US" altLang="en-GB"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Modules</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Output</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Future Enhancement</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5884"/>
            <a:ext cx="8596668" cy="871621"/>
          </a:xfrm>
        </p:spPr>
        <p:txBody>
          <a:bodyPr/>
          <a:lstStyle/>
          <a:p>
            <a:pPr algn="ctr"/>
            <a:r>
              <a:rPr lang="en-US" sz="4400" b="1" dirty="0">
                <a:solidFill>
                  <a:srgbClr val="0070C0"/>
                </a:solidFill>
                <a:latin typeface="Times New Roman" panose="02020603050405020304" pitchFamily="18" charset="0"/>
                <a:cs typeface="Times New Roman" panose="02020603050405020304" pitchFamily="18" charset="0"/>
              </a:rPr>
              <a:t>Objective</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956835"/>
            <a:ext cx="9990666" cy="5449652"/>
          </a:xfrm>
        </p:spPr>
        <p:txBody>
          <a:bodyPr>
            <a:normAutofit fontScale="62500" lnSpcReduction="20000"/>
          </a:bodyPr>
          <a:lstStyle/>
          <a:p>
            <a:pPr algn="just">
              <a:lnSpc>
                <a:spcPct val="170000"/>
              </a:lnSpc>
            </a:pPr>
            <a:r>
              <a:rPr lang="en-US" sz="3200" dirty="0">
                <a:latin typeface="Times New Roman" panose="02020603050405020304" pitchFamily="18" charset="0"/>
                <a:cs typeface="Times New Roman" panose="02020603050405020304" pitchFamily="18" charset="0"/>
              </a:rPr>
              <a:t>The primary objective of the </a:t>
            </a:r>
            <a:r>
              <a:rPr lang="en-US" sz="3200" dirty="0" err="1">
                <a:latin typeface="Times New Roman" panose="02020603050405020304" pitchFamily="18" charset="0"/>
                <a:cs typeface="Times New Roman" panose="02020603050405020304" pitchFamily="18" charset="0"/>
              </a:rPr>
              <a:t>EarSafe</a:t>
            </a:r>
            <a:r>
              <a:rPr lang="en-US" sz="3200" dirty="0">
                <a:latin typeface="Times New Roman" panose="02020603050405020304" pitchFamily="18" charset="0"/>
                <a:cs typeface="Times New Roman" panose="02020603050405020304" pitchFamily="18" charset="0"/>
              </a:rPr>
              <a:t> system is to enhance environmental awareness for headphone users by providing real-time detection of critical acoustic events such as emergency sirens and vehicle horns. </a:t>
            </a:r>
            <a:endParaRPr lang="en-US" sz="3200" dirty="0">
              <a:latin typeface="Times New Roman" panose="02020603050405020304" pitchFamily="18" charset="0"/>
              <a:cs typeface="Times New Roman" panose="02020603050405020304" pitchFamily="18" charset="0"/>
            </a:endParaRPr>
          </a:p>
          <a:p>
            <a:pPr algn="just">
              <a:lnSpc>
                <a:spcPct val="170000"/>
              </a:lnSpc>
            </a:pPr>
            <a:r>
              <a:rPr lang="en-US" sz="3200" dirty="0">
                <a:latin typeface="Times New Roman" panose="02020603050405020304" pitchFamily="18" charset="0"/>
                <a:cs typeface="Times New Roman" panose="02020603050405020304" pitchFamily="18" charset="0"/>
              </a:rPr>
              <a:t>The system aims to minimize safety risks caused by reduced situational perception when listening to audio content. </a:t>
            </a:r>
            <a:endParaRPr lang="en-US" sz="3200" dirty="0">
              <a:latin typeface="Times New Roman" panose="02020603050405020304" pitchFamily="18" charset="0"/>
              <a:cs typeface="Times New Roman" panose="02020603050405020304" pitchFamily="18" charset="0"/>
            </a:endParaRPr>
          </a:p>
          <a:p>
            <a:pPr algn="just">
              <a:lnSpc>
                <a:spcPct val="170000"/>
              </a:lnSpc>
            </a:pPr>
            <a:r>
              <a:rPr lang="en-US" sz="3200" dirty="0">
                <a:latin typeface="Times New Roman" panose="02020603050405020304" pitchFamily="18" charset="0"/>
                <a:cs typeface="Times New Roman" panose="02020603050405020304" pitchFamily="18" charset="0"/>
              </a:rPr>
              <a:t>Additional objectives include implementing efficient on-device sound classification, ensuring low-latency communication, enabling adaptive volume control, and delivering clear directional alerts. </a:t>
            </a:r>
            <a:endParaRPr lang="en-US" sz="3200" dirty="0">
              <a:latin typeface="Times New Roman" panose="02020603050405020304" pitchFamily="18" charset="0"/>
              <a:cs typeface="Times New Roman" panose="02020603050405020304" pitchFamily="18" charset="0"/>
            </a:endParaRPr>
          </a:p>
          <a:p>
            <a:pPr algn="just">
              <a:lnSpc>
                <a:spcPct val="170000"/>
              </a:lnSpc>
            </a:pPr>
            <a:r>
              <a:rPr lang="en-US" sz="3200" dirty="0" err="1">
                <a:latin typeface="Times New Roman" panose="02020603050405020304" pitchFamily="18" charset="0"/>
                <a:cs typeface="Times New Roman" panose="02020603050405020304" pitchFamily="18" charset="0"/>
              </a:rPr>
              <a:t>EarSafe</a:t>
            </a:r>
            <a:r>
              <a:rPr lang="en-US" sz="3200" dirty="0">
                <a:latin typeface="Times New Roman" panose="02020603050405020304" pitchFamily="18" charset="0"/>
                <a:cs typeface="Times New Roman" panose="02020603050405020304" pitchFamily="18" charset="0"/>
              </a:rPr>
              <a:t> ultimately seeks to support safer mobility in high-traffic areas by offering an intelligent, nonintrusive, and responsive early-warning solution that operates seamlessly in everyday listening scenarios. This strengthens user confidence during daily activities.</a:t>
            </a:r>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5694"/>
            <a:ext cx="8596668" cy="900195"/>
          </a:xfrm>
        </p:spPr>
        <p:txBody>
          <a:bodyPr>
            <a:normAutofit/>
          </a:bodyPr>
          <a:lstStyle/>
          <a:p>
            <a:pPr algn="ctr"/>
            <a:r>
              <a:rPr lang="en-US" sz="4400" b="1" dirty="0">
                <a:solidFill>
                  <a:srgbClr val="0070C0"/>
                </a:solidFill>
                <a:latin typeface="Times New Roman" panose="02020603050405020304" pitchFamily="18" charset="0"/>
                <a:cs typeface="Times New Roman" panose="02020603050405020304" pitchFamily="18" charset="0"/>
              </a:rPr>
              <a:t>Introduction</a:t>
            </a:r>
            <a:endParaRPr lang="en-IN" sz="4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3" y="994609"/>
            <a:ext cx="10088989" cy="5209546"/>
          </a:xfrm>
        </p:spPr>
        <p:txBody>
          <a:bodyPr>
            <a:normAutofit fontScale="85000" lnSpcReduction="20000"/>
          </a:bodyPr>
          <a:lstStyle/>
          <a:p>
            <a:pPr algn="just">
              <a:lnSpc>
                <a:spcPct val="16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Headphone</a:t>
            </a:r>
            <a:r>
              <a:rPr lang="en-US" sz="2400" dirty="0">
                <a:latin typeface="Times New Roman" panose="02020603050405020304" pitchFamily="18" charset="0"/>
                <a:cs typeface="Times New Roman" panose="02020603050405020304" pitchFamily="18" charset="0"/>
              </a:rPr>
              <a:t> usage has become increasingly common, yet it often </a:t>
            </a:r>
            <a:r>
              <a:rPr lang="en-US" sz="2400" b="1" dirty="0">
                <a:latin typeface="Times New Roman" panose="02020603050405020304" pitchFamily="18" charset="0"/>
                <a:cs typeface="Times New Roman" panose="02020603050405020304" pitchFamily="18" charset="0"/>
              </a:rPr>
              <a:t>isolates users</a:t>
            </a:r>
            <a:r>
              <a:rPr lang="en-US" sz="2400" dirty="0">
                <a:latin typeface="Times New Roman" panose="02020603050405020304" pitchFamily="18" charset="0"/>
                <a:cs typeface="Times New Roman" panose="02020603050405020304" pitchFamily="18" charset="0"/>
              </a:rPr>
              <a:t> from important environmental sounds essential for personal safety. </a:t>
            </a:r>
            <a:endParaRPr lang="en-US" sz="2400" dirty="0">
              <a:latin typeface="Times New Roman" panose="02020603050405020304" pitchFamily="18" charset="0"/>
              <a:cs typeface="Times New Roman" panose="02020603050405020304" pitchFamily="18" charset="0"/>
            </a:endParaRP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Emergency </a:t>
            </a:r>
            <a:r>
              <a:rPr lang="en-US" sz="2400" b="1" dirty="0">
                <a:latin typeface="Times New Roman" panose="02020603050405020304" pitchFamily="18" charset="0"/>
                <a:cs typeface="Times New Roman" panose="02020603050405020304" pitchFamily="18" charset="0"/>
              </a:rPr>
              <a:t>sirens, vehicle horns</a:t>
            </a:r>
            <a:r>
              <a:rPr lang="en-US" sz="2400" dirty="0">
                <a:latin typeface="Times New Roman" panose="02020603050405020304" pitchFamily="18" charset="0"/>
                <a:cs typeface="Times New Roman" panose="02020603050405020304" pitchFamily="18" charset="0"/>
              </a:rPr>
              <a:t>, and other critical auditory can go </a:t>
            </a:r>
            <a:r>
              <a:rPr lang="en-US" sz="2400" b="1" dirty="0">
                <a:latin typeface="Times New Roman" panose="02020603050405020304" pitchFamily="18" charset="0"/>
                <a:cs typeface="Times New Roman" panose="02020603050405020304" pitchFamily="18" charset="0"/>
              </a:rPr>
              <a:t>unnoticed</a:t>
            </a:r>
            <a:r>
              <a:rPr lang="en-US" sz="2400" dirty="0">
                <a:latin typeface="Times New Roman" panose="02020603050405020304" pitchFamily="18" charset="0"/>
                <a:cs typeface="Times New Roman" panose="02020603050405020304" pitchFamily="18" charset="0"/>
              </a:rPr>
              <a:t>, creating hazardous situations in busy urban settings. </a:t>
            </a:r>
            <a:endParaRPr lang="en-US" sz="2400" dirty="0">
              <a:latin typeface="Times New Roman" panose="02020603050405020304" pitchFamily="18" charset="0"/>
              <a:cs typeface="Times New Roman" panose="02020603050405020304" pitchFamily="18" charset="0"/>
            </a:endParaRPr>
          </a:p>
          <a:p>
            <a:pPr algn="just">
              <a:lnSpc>
                <a:spcPct val="160000"/>
              </a:lnSpc>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EarSafe</a:t>
            </a:r>
            <a:r>
              <a:rPr lang="en-US" sz="2400" dirty="0">
                <a:latin typeface="Times New Roman" panose="02020603050405020304" pitchFamily="18" charset="0"/>
                <a:cs typeface="Times New Roman" panose="02020603050405020304" pitchFamily="18" charset="0"/>
              </a:rPr>
              <a:t> addresses this concern by introducing an </a:t>
            </a:r>
            <a:r>
              <a:rPr lang="en-US" sz="2400" b="1" dirty="0">
                <a:latin typeface="Times New Roman" panose="02020603050405020304" pitchFamily="18" charset="0"/>
                <a:cs typeface="Times New Roman" panose="02020603050405020304" pitchFamily="18" charset="0"/>
              </a:rPr>
              <a:t>intelligent, real-time warning system </a:t>
            </a:r>
            <a:r>
              <a:rPr lang="en-US" sz="2400" dirty="0">
                <a:latin typeface="Times New Roman" panose="02020603050405020304" pitchFamily="18" charset="0"/>
                <a:cs typeface="Times New Roman" panose="02020603050405020304" pitchFamily="18" charset="0"/>
              </a:rPr>
              <a:t>capable of detecting and classifying surrounding sounds without disrupting the user’s audio experience. </a:t>
            </a:r>
            <a:endParaRPr lang="en-US" sz="2400" dirty="0">
              <a:latin typeface="Times New Roman" panose="02020603050405020304" pitchFamily="18" charset="0"/>
              <a:cs typeface="Times New Roman" panose="02020603050405020304" pitchFamily="18" charset="0"/>
            </a:endParaRP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Using </a:t>
            </a:r>
            <a:r>
              <a:rPr lang="en-US" sz="2400" b="1" dirty="0">
                <a:latin typeface="Times New Roman" panose="02020603050405020304" pitchFamily="18" charset="0"/>
                <a:cs typeface="Times New Roman" panose="02020603050405020304" pitchFamily="18" charset="0"/>
              </a:rPr>
              <a:t>lightweight models and adaptive volume management</a:t>
            </a:r>
            <a:r>
              <a:rPr lang="en-US" sz="2400" dirty="0">
                <a:latin typeface="Times New Roman" panose="02020603050405020304" pitchFamily="18" charset="0"/>
                <a:cs typeface="Times New Roman" panose="02020603050405020304" pitchFamily="18" charset="0"/>
              </a:rPr>
              <a:t>, the system enhances awareness while maintaining user comfort. </a:t>
            </a:r>
            <a:r>
              <a:rPr lang="en-US" sz="2400" dirty="0" err="1">
                <a:latin typeface="Times New Roman" panose="02020603050405020304" pitchFamily="18" charset="0"/>
                <a:cs typeface="Times New Roman" panose="02020603050405020304" pitchFamily="18" charset="0"/>
              </a:rPr>
              <a:t>EarSafe</a:t>
            </a:r>
            <a:r>
              <a:rPr lang="en-US" sz="2400" dirty="0">
                <a:latin typeface="Times New Roman" panose="02020603050405020304" pitchFamily="18" charset="0"/>
                <a:cs typeface="Times New Roman" panose="02020603050405020304" pitchFamily="18" charset="0"/>
              </a:rPr>
              <a:t> therefore provides a practical technological intervention that bridges the gap between immersive listening and situational safety in various daily mobility contexts.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1618939"/>
            <a:ext cx="8596668" cy="2295335"/>
          </a:xfrm>
        </p:spPr>
        <p:txBody>
          <a:bodyPr>
            <a:normAutofit/>
          </a:bodyPr>
          <a:lstStyle/>
          <a:p>
            <a:pPr algn="ctr"/>
            <a:r>
              <a:rPr lang="en-US" sz="6600" b="1" dirty="0">
                <a:solidFill>
                  <a:srgbClr val="0070C0"/>
                </a:solidFill>
                <a:latin typeface="Times New Roman" panose="02020603050405020304" pitchFamily="18" charset="0"/>
                <a:cs typeface="Times New Roman" panose="02020603050405020304" pitchFamily="18" charset="0"/>
              </a:rPr>
              <a:t>Literature</a:t>
            </a:r>
            <a:r>
              <a:rPr lang="en-US" sz="6600" dirty="0">
                <a:solidFill>
                  <a:srgbClr val="0070C0"/>
                </a:solidFill>
                <a:latin typeface="Times New Roman" panose="02020603050405020304" pitchFamily="18" charset="0"/>
                <a:cs typeface="Times New Roman" panose="02020603050405020304" pitchFamily="18" charset="0"/>
              </a:rPr>
              <a:t> </a:t>
            </a:r>
            <a:r>
              <a:rPr lang="en-US" sz="6600" b="1" dirty="0">
                <a:solidFill>
                  <a:srgbClr val="0070C0"/>
                </a:solidFill>
                <a:latin typeface="Times New Roman" panose="02020603050405020304" pitchFamily="18" charset="0"/>
                <a:cs typeface="Times New Roman" panose="02020603050405020304" pitchFamily="18" charset="0"/>
              </a:rPr>
              <a:t>Survey</a:t>
            </a:r>
            <a:endParaRPr lang="en-IN" sz="6000" b="1" dirty="0">
              <a:solidFill>
                <a:srgbClr val="0070C0"/>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08545" y="268171"/>
          <a:ext cx="11774910" cy="6293050"/>
        </p:xfrm>
        <a:graphic>
          <a:graphicData uri="http://schemas.openxmlformats.org/drawingml/2006/table">
            <a:tbl>
              <a:tblPr firstRow="1" bandRow="1">
                <a:tableStyleId>{72833802-FEF1-4C79-8D5D-14CF1EAF98D9}</a:tableStyleId>
              </a:tblPr>
              <a:tblGrid>
                <a:gridCol w="960688"/>
                <a:gridCol w="1019331"/>
                <a:gridCol w="3327816"/>
                <a:gridCol w="2542105"/>
                <a:gridCol w="1962485"/>
                <a:gridCol w="1962485"/>
              </a:tblGrid>
              <a:tr h="627363">
                <a:tc>
                  <a:txBody>
                    <a:bodyPr/>
                    <a:lstStyle/>
                    <a:p>
                      <a:r>
                        <a:rPr lang="en-US" sz="1800" dirty="0">
                          <a:solidFill>
                            <a:srgbClr val="0070C0"/>
                          </a:solidFill>
                          <a:latin typeface="Times New Roman" panose="02020603050405020304" pitchFamily="18" charset="0"/>
                          <a:cs typeface="Times New Roman" panose="02020603050405020304" pitchFamily="18" charset="0"/>
                        </a:rPr>
                        <a:t>S.NO</a:t>
                      </a:r>
                      <a:endParaRPr lang="en-US" sz="1800"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sz="1800" dirty="0">
                          <a:solidFill>
                            <a:srgbClr val="0070C0"/>
                          </a:solidFill>
                          <a:latin typeface="Times New Roman" panose="02020603050405020304" pitchFamily="18" charset="0"/>
                          <a:cs typeface="Times New Roman" panose="02020603050405020304" pitchFamily="18" charset="0"/>
                        </a:rPr>
                        <a:t>YEAR</a:t>
                      </a:r>
                      <a:endParaRPr lang="en-US" sz="1800"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sz="1800" dirty="0">
                          <a:solidFill>
                            <a:srgbClr val="0070C0"/>
                          </a:solidFill>
                          <a:latin typeface="Times New Roman" panose="02020603050405020304" pitchFamily="18" charset="0"/>
                          <a:cs typeface="Times New Roman" panose="02020603050405020304" pitchFamily="18" charset="0"/>
                        </a:rPr>
                        <a:t>TITLE</a:t>
                      </a:r>
                      <a:endParaRPr lang="en-US" sz="1800"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sz="1800" dirty="0">
                          <a:solidFill>
                            <a:srgbClr val="0070C0"/>
                          </a:solidFill>
                          <a:latin typeface="Times New Roman" panose="02020603050405020304" pitchFamily="18" charset="0"/>
                          <a:cs typeface="Times New Roman" panose="02020603050405020304" pitchFamily="18" charset="0"/>
                        </a:rPr>
                        <a:t>AUTHORS</a:t>
                      </a:r>
                      <a:endParaRPr lang="en-US" sz="1800"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sz="1800" dirty="0">
                          <a:solidFill>
                            <a:srgbClr val="0070C0"/>
                          </a:solidFill>
                          <a:latin typeface="Times New Roman" panose="02020603050405020304" pitchFamily="18" charset="0"/>
                          <a:cs typeface="Times New Roman" panose="02020603050405020304" pitchFamily="18" charset="0"/>
                        </a:rPr>
                        <a:t>ALGORITHM</a:t>
                      </a:r>
                      <a:endParaRPr lang="en-US" sz="1800"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sz="1800" dirty="0">
                          <a:solidFill>
                            <a:srgbClr val="0070C0"/>
                          </a:solidFill>
                          <a:latin typeface="Times New Roman" panose="02020603050405020304" pitchFamily="18" charset="0"/>
                          <a:cs typeface="Times New Roman" panose="02020603050405020304" pitchFamily="18" charset="0"/>
                        </a:rPr>
                        <a:t>FUTURE</a:t>
                      </a:r>
                      <a:r>
                        <a:rPr lang="en-US" sz="1800" dirty="0">
                          <a:latin typeface="Times New Roman" panose="02020603050405020304" pitchFamily="18" charset="0"/>
                          <a:cs typeface="Times New Roman" panose="02020603050405020304" pitchFamily="18" charset="0"/>
                        </a:rPr>
                        <a:t> </a:t>
                      </a:r>
                      <a:r>
                        <a:rPr lang="en-US" sz="1800" dirty="0">
                          <a:solidFill>
                            <a:srgbClr val="0070C0"/>
                          </a:solidFill>
                          <a:latin typeface="Times New Roman" panose="02020603050405020304" pitchFamily="18" charset="0"/>
                          <a:cs typeface="Times New Roman" panose="02020603050405020304" pitchFamily="18" charset="0"/>
                        </a:rPr>
                        <a:t>WORK</a:t>
                      </a:r>
                      <a:endParaRPr lang="en-US" sz="1800"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r>
              <a:tr h="1978648">
                <a:tc>
                  <a:txBody>
                    <a:bodyPr/>
                    <a:lstStyle/>
                    <a:p>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2020</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Audio event recognition using machine learning techniques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S. N. Waghmare, M. S. Chavan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SVM, Random Forest, KNN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Developed ML-based classification models for general audio event recognition.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r h="1438134">
                <a:tc>
                  <a:txBody>
                    <a:bodyPr/>
                    <a:lstStyle/>
                    <a:p>
                      <a:r>
                        <a:rPr lang="en-US" sz="1800" dirty="0">
                          <a:latin typeface="Times New Roman" panose="02020603050405020304" pitchFamily="18" charset="0"/>
                          <a:cs typeface="Times New Roman" panose="02020603050405020304" pitchFamily="18" charset="0"/>
                        </a:rPr>
                        <a:t>2. </a:t>
                      </a:r>
                      <a:endParaRPr lang="en-IN" sz="18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2021</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Emergency siren detection in urban acoustic environments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M. Kumar, A. Verma</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CNN-based Siren Detector</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Improved siren detection accuracy in noisy urban environments.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r h="2248905">
                <a:tc>
                  <a:txBody>
                    <a:bodyPr/>
                    <a:lstStyle/>
                    <a:p>
                      <a:r>
                        <a:rPr lang="en-US" sz="1800" dirty="0">
                          <a:latin typeface="Times New Roman" panose="02020603050405020304" pitchFamily="18" charset="0"/>
                          <a:cs typeface="Times New Roman" panose="02020603050405020304" pitchFamily="18" charset="0"/>
                        </a:rPr>
                        <a:t>3.</a:t>
                      </a:r>
                      <a:endParaRPr lang="en-IN" sz="18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2021</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Deep learning-based horn sound classification for road safety applications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Y. Kwon, S. Lee, J. Park</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Deep CNN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Classified horn sounds for intelligent transportation safety systems.</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bl>
          </a:graphicData>
        </a:graphic>
      </p:graphicFrame>
      <p:sp>
        <p:nvSpPr>
          <p:cNvPr id="3" name="Slide Number Placeholder 2"/>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304800" y="288759"/>
          <a:ext cx="11470104" cy="6175106"/>
        </p:xfrm>
        <a:graphic>
          <a:graphicData uri="http://schemas.openxmlformats.org/drawingml/2006/table">
            <a:tbl>
              <a:tblPr firstRow="1" bandRow="1">
                <a:tableStyleId>{72833802-FEF1-4C79-8D5D-14CF1EAF98D9}</a:tableStyleId>
              </a:tblPr>
              <a:tblGrid>
                <a:gridCol w="879423"/>
                <a:gridCol w="959370"/>
                <a:gridCol w="3282846"/>
                <a:gridCol w="2525097"/>
                <a:gridCol w="1911684"/>
                <a:gridCol w="1911684"/>
              </a:tblGrid>
              <a:tr h="617440">
                <a:tc>
                  <a:txBody>
                    <a:bodyPr/>
                    <a:lstStyle/>
                    <a:p>
                      <a:r>
                        <a:rPr lang="en-US" dirty="0">
                          <a:solidFill>
                            <a:srgbClr val="0070C0"/>
                          </a:solidFill>
                          <a:latin typeface="Times New Roman" panose="02020603050405020304" pitchFamily="18" charset="0"/>
                          <a:cs typeface="Times New Roman" panose="02020603050405020304" pitchFamily="18" charset="0"/>
                        </a:rPr>
                        <a:t>S.NO</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YEAR</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a:solidFill>
                            <a:srgbClr val="0070C0"/>
                          </a:solidFill>
                          <a:latin typeface="Times New Roman" panose="02020603050405020304" pitchFamily="18" charset="0"/>
                          <a:cs typeface="Times New Roman" panose="02020603050405020304" pitchFamily="18" charset="0"/>
                        </a:rPr>
                        <a:t>TITLE</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AUTHORS</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ALGORITHM</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FUTURE</a:t>
                      </a:r>
                      <a:r>
                        <a:rPr lang="en-US" dirty="0">
                          <a:latin typeface="Times New Roman" panose="02020603050405020304" pitchFamily="18" charset="0"/>
                          <a:cs typeface="Times New Roman" panose="02020603050405020304" pitchFamily="18" charset="0"/>
                        </a:rPr>
                        <a:t> </a:t>
                      </a:r>
                      <a:r>
                        <a:rPr lang="en-US" dirty="0">
                          <a:solidFill>
                            <a:srgbClr val="0070C0"/>
                          </a:solidFill>
                          <a:latin typeface="Times New Roman" panose="02020603050405020304" pitchFamily="18" charset="0"/>
                          <a:cs typeface="Times New Roman" panose="02020603050405020304" pitchFamily="18" charset="0"/>
                        </a:rPr>
                        <a:t>WORK</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r>
              <a:tr h="1415388">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2020</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Real-time directional sound source localization using microphone arrays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 Abdelaziz, H. El-Moaqet</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GCC-PHAT + Array Processing</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Performed real-time direction estimation for moving sound sources.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r h="2213335">
                <a:tc>
                  <a:txBody>
                    <a:bodyPr/>
                    <a:lstStyle/>
                    <a:p>
                      <a:r>
                        <a:rPr lang="en-US" dirty="0">
                          <a:latin typeface="Times New Roman" panose="02020603050405020304" pitchFamily="18" charset="0"/>
                          <a:cs typeface="Times New Roman" panose="02020603050405020304" pitchFamily="18" charset="0"/>
                        </a:rPr>
                        <a:t>5. </a:t>
                      </a:r>
                      <a:endParaRPr lang="en-IN"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2020</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Noise reduction algorithms for embedded real-time systems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P. Zinemanas, L. Stuchi</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Adaptive Filtering, Spectral Subtraction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Designed low-latency noise reduction for embedded audio systems.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r h="1769624">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2021</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Adaptive Signal Processing for Audio Applications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T. Ogunfunmi, R. Phan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LMS, RLS Adaptive Filters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Provided foundational adaptive DSP methods for audio enhancement.</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bl>
          </a:graphicData>
        </a:graphic>
      </p:graphicFrame>
      <p:sp>
        <p:nvSpPr>
          <p:cNvPr id="2" name="Slide Number Placeholder 1"/>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04800" y="288760"/>
          <a:ext cx="11614482" cy="6256419"/>
        </p:xfrm>
        <a:graphic>
          <a:graphicData uri="http://schemas.openxmlformats.org/drawingml/2006/table">
            <a:tbl>
              <a:tblPr firstRow="1" bandRow="1">
                <a:tableStyleId>{72833802-FEF1-4C79-8D5D-14CF1EAF98D9}</a:tableStyleId>
              </a:tblPr>
              <a:tblGrid>
                <a:gridCol w="804472"/>
                <a:gridCol w="974361"/>
                <a:gridCol w="3537678"/>
                <a:gridCol w="2426477"/>
                <a:gridCol w="1935747"/>
                <a:gridCol w="1935747"/>
              </a:tblGrid>
              <a:tr h="640985">
                <a:tc>
                  <a:txBody>
                    <a:bodyPr/>
                    <a:lstStyle/>
                    <a:p>
                      <a:r>
                        <a:rPr lang="en-US" dirty="0">
                          <a:solidFill>
                            <a:srgbClr val="0070C0"/>
                          </a:solidFill>
                          <a:latin typeface="Times New Roman" panose="02020603050405020304" pitchFamily="18" charset="0"/>
                          <a:cs typeface="Times New Roman" panose="02020603050405020304" pitchFamily="18" charset="0"/>
                        </a:rPr>
                        <a:t>S.NO</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YEAR</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a:solidFill>
                            <a:srgbClr val="0070C0"/>
                          </a:solidFill>
                          <a:latin typeface="Times New Roman" panose="02020603050405020304" pitchFamily="18" charset="0"/>
                          <a:cs typeface="Times New Roman" panose="02020603050405020304" pitchFamily="18" charset="0"/>
                        </a:rPr>
                        <a:t>TITLE</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AUTHORS</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ALGORITHM</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FUTURE</a:t>
                      </a:r>
                      <a:r>
                        <a:rPr lang="en-US" dirty="0">
                          <a:latin typeface="Times New Roman" panose="02020603050405020304" pitchFamily="18" charset="0"/>
                          <a:cs typeface="Times New Roman" panose="02020603050405020304" pitchFamily="18" charset="0"/>
                        </a:rPr>
                        <a:t> </a:t>
                      </a:r>
                      <a:r>
                        <a:rPr lang="en-US" dirty="0">
                          <a:solidFill>
                            <a:srgbClr val="0070C0"/>
                          </a:solidFill>
                          <a:latin typeface="Times New Roman" panose="02020603050405020304" pitchFamily="18" charset="0"/>
                          <a:cs typeface="Times New Roman" panose="02020603050405020304" pitchFamily="18" charset="0"/>
                        </a:rPr>
                        <a:t>WORK</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r>
              <a:tr h="1745485">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2021</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Spectral feature extraction for robust audio classification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R. Singh</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MFCC, Spectral Entropy</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Proposed robust spectral features for improving audio classification.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r h="2124464">
                <a:tc>
                  <a:txBody>
                    <a:bodyPr/>
                    <a:lstStyle/>
                    <a:p>
                      <a:r>
                        <a:rPr lang="en-US" dirty="0">
                          <a:latin typeface="Times New Roman" panose="02020603050405020304" pitchFamily="18" charset="0"/>
                          <a:cs typeface="Times New Roman" panose="02020603050405020304" pitchFamily="18" charset="0"/>
                        </a:rPr>
                        <a:t>8. </a:t>
                      </a:r>
                      <a:endParaRPr lang="en-IN"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2020</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Audio event detection using convolutional neural networks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R. Sanabria, M. Ravanelli</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CNN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Introduced CNN-based framework for high-accuracy audio event detection.</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r h="1745485">
                <a:tc>
                  <a:txBody>
                    <a:bodyPr/>
                    <a:lstStyle/>
                    <a:p>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2021</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Latency optimization techniques for real-time DSP pipelines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 Abdullah</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Pipeline Optimization, Parallel DSP</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Improved real-time performance in audio DSP systems through latency reduction.</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bl>
          </a:graphicData>
        </a:graphic>
      </p:graphicFrame>
      <p:sp>
        <p:nvSpPr>
          <p:cNvPr id="2" name="Slide Number Placeholder 1"/>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0" y="288760"/>
          <a:ext cx="11614482" cy="2386470"/>
        </p:xfrm>
        <a:graphic>
          <a:graphicData uri="http://schemas.openxmlformats.org/drawingml/2006/table">
            <a:tbl>
              <a:tblPr firstRow="1" bandRow="1">
                <a:tableStyleId>{72833802-FEF1-4C79-8D5D-14CF1EAF98D9}</a:tableStyleId>
              </a:tblPr>
              <a:tblGrid>
                <a:gridCol w="1935747"/>
                <a:gridCol w="1935747"/>
                <a:gridCol w="1935747"/>
                <a:gridCol w="1935747"/>
                <a:gridCol w="1935747"/>
                <a:gridCol w="1935747"/>
              </a:tblGrid>
              <a:tr h="640985">
                <a:tc>
                  <a:txBody>
                    <a:bodyPr/>
                    <a:lstStyle/>
                    <a:p>
                      <a:r>
                        <a:rPr lang="en-US" dirty="0">
                          <a:solidFill>
                            <a:srgbClr val="0070C0"/>
                          </a:solidFill>
                          <a:latin typeface="Times New Roman" panose="02020603050405020304" pitchFamily="18" charset="0"/>
                          <a:cs typeface="Times New Roman" panose="02020603050405020304" pitchFamily="18" charset="0"/>
                        </a:rPr>
                        <a:t>S.NO</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YEAR</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a:solidFill>
                            <a:srgbClr val="0070C0"/>
                          </a:solidFill>
                          <a:latin typeface="Times New Roman" panose="02020603050405020304" pitchFamily="18" charset="0"/>
                          <a:cs typeface="Times New Roman" panose="02020603050405020304" pitchFamily="18" charset="0"/>
                        </a:rPr>
                        <a:t>TITLE</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AUTHORS</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ALGORITHM</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dirty="0">
                          <a:solidFill>
                            <a:srgbClr val="0070C0"/>
                          </a:solidFill>
                          <a:latin typeface="Times New Roman" panose="02020603050405020304" pitchFamily="18" charset="0"/>
                          <a:cs typeface="Times New Roman" panose="02020603050405020304" pitchFamily="18" charset="0"/>
                        </a:rPr>
                        <a:t>FUTURE</a:t>
                      </a:r>
                      <a:r>
                        <a:rPr lang="en-US" dirty="0">
                          <a:latin typeface="Times New Roman" panose="02020603050405020304" pitchFamily="18" charset="0"/>
                          <a:cs typeface="Times New Roman" panose="02020603050405020304" pitchFamily="18" charset="0"/>
                        </a:rPr>
                        <a:t> </a:t>
                      </a:r>
                      <a:r>
                        <a:rPr lang="en-US" dirty="0">
                          <a:solidFill>
                            <a:srgbClr val="0070C0"/>
                          </a:solidFill>
                          <a:latin typeface="Times New Roman" panose="02020603050405020304" pitchFamily="18" charset="0"/>
                          <a:cs typeface="Times New Roman" panose="02020603050405020304" pitchFamily="18" charset="0"/>
                        </a:rPr>
                        <a:t>WORK</a:t>
                      </a:r>
                      <a:endParaRPr lang="en-US" dirty="0">
                        <a:solidFill>
                          <a:srgbClr val="0070C0"/>
                        </a:solidFill>
                        <a:latin typeface="Times New Roman" panose="02020603050405020304" pitchFamily="18" charset="0"/>
                        <a:cs typeface="Times New Roman" panose="02020603050405020304" pitchFamily="18" charset="0"/>
                      </a:endParaRPr>
                    </a:p>
                  </a:txBody>
                  <a:tcPr>
                    <a:solidFill>
                      <a:schemeClr val="bg1"/>
                    </a:solidFill>
                  </a:tcPr>
                </a:tc>
              </a:tr>
              <a:tr h="1745485">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2020</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Context-aware headphone systems for urban environments</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J. H. Jung, S. Lee, C. Lee</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Context-Aware Audio Processing</a:t>
                      </a:r>
                      <a:endParaRPr lang="en-IN"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15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Built headphone systems that adapt audio based on environmental context.</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solidFill>
                      <a:schemeClr val="bg1"/>
                    </a:solidFill>
                  </a:tcPr>
                </a:tc>
              </a:tr>
            </a:tbl>
          </a:graphicData>
        </a:graphic>
      </p:graphicFrame>
      <p:sp>
        <p:nvSpPr>
          <p:cNvPr id="3" name="Slide Number Placeholder 2"/>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38140"/>
            <a:ext cx="8596668" cy="732244"/>
          </a:xfrm>
        </p:spPr>
        <p:txBody>
          <a:bodyPr>
            <a:normAutofit fontScale="90000"/>
          </a:bodyPr>
          <a:lstStyle/>
          <a:p>
            <a:pPr algn="ctr"/>
            <a:r>
              <a:rPr lang="en-US" sz="4400" b="1" dirty="0">
                <a:solidFill>
                  <a:srgbClr val="0070C0"/>
                </a:solidFill>
                <a:latin typeface="Times New Roman" panose="02020603050405020304" pitchFamily="18" charset="0"/>
                <a:cs typeface="Times New Roman" panose="02020603050405020304" pitchFamily="18" charset="0"/>
              </a:rPr>
              <a:t>Existing</a:t>
            </a:r>
            <a:r>
              <a:rPr lang="en-US" sz="4400" dirty="0">
                <a:solidFill>
                  <a:srgbClr val="0070C0"/>
                </a:solidFill>
                <a:latin typeface="Times New Roman" panose="02020603050405020304" pitchFamily="18" charset="0"/>
                <a:cs typeface="Times New Roman" panose="02020603050405020304" pitchFamily="18" charset="0"/>
              </a:rPr>
              <a:t> </a:t>
            </a:r>
            <a:r>
              <a:rPr lang="en-US" sz="4400" b="1" dirty="0">
                <a:solidFill>
                  <a:srgbClr val="0070C0"/>
                </a:solidFill>
                <a:latin typeface="Times New Roman" panose="02020603050405020304" pitchFamily="18" charset="0"/>
                <a:cs typeface="Times New Roman" panose="02020603050405020304" pitchFamily="18" charset="0"/>
              </a:rPr>
              <a:t>System</a:t>
            </a:r>
            <a:endParaRPr lang="en-IN" sz="4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194318"/>
            <a:ext cx="10442950" cy="5212168"/>
          </a:xfrm>
        </p:spPr>
        <p:txBody>
          <a:bodyPr>
            <a:normAutofit fontScale="850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Existing systems designed to support environmental awareness for headphone users generally rely </a:t>
            </a:r>
            <a:r>
              <a:rPr lang="en-US" sz="2400" b="1" dirty="0">
                <a:latin typeface="Times New Roman" panose="02020603050405020304" pitchFamily="18" charset="0"/>
                <a:cs typeface="Times New Roman" panose="02020603050405020304" pitchFamily="18" charset="0"/>
              </a:rPr>
              <a:t>on simple noise detection or manual awareness </a:t>
            </a:r>
            <a:r>
              <a:rPr lang="en-US" sz="2400" dirty="0">
                <a:latin typeface="Times New Roman" panose="02020603050405020304" pitchFamily="18" charset="0"/>
                <a:cs typeface="Times New Roman" panose="02020603050405020304" pitchFamily="18" charset="0"/>
              </a:rPr>
              <a:t>modes integrated into commercial devices.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These solutions often lack advanced classification capabilities and provide </a:t>
            </a:r>
            <a:r>
              <a:rPr lang="en-US" sz="2400" b="1" dirty="0">
                <a:latin typeface="Times New Roman" panose="02020603050405020304" pitchFamily="18" charset="0"/>
                <a:cs typeface="Times New Roman" panose="02020603050405020304" pitchFamily="18" charset="0"/>
              </a:rPr>
              <a:t>limited information about the type approaching hazards.</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 Many systems depend on </a:t>
            </a:r>
            <a:r>
              <a:rPr lang="en-US" sz="2400" b="1" dirty="0">
                <a:latin typeface="Times New Roman" panose="02020603050405020304" pitchFamily="18" charset="0"/>
                <a:cs typeface="Times New Roman" panose="02020603050405020304" pitchFamily="18" charset="0"/>
              </a:rPr>
              <a:t>cloud processing</a:t>
            </a:r>
            <a:r>
              <a:rPr lang="en-US" sz="2400" dirty="0">
                <a:latin typeface="Times New Roman" panose="02020603050405020304" pitchFamily="18" charset="0"/>
                <a:cs typeface="Times New Roman" panose="02020603050405020304" pitchFamily="18" charset="0"/>
              </a:rPr>
              <a:t>, which introduces latency and reduces </a:t>
            </a:r>
            <a:r>
              <a:rPr lang="en-US" sz="2400" b="1" dirty="0">
                <a:latin typeface="Times New Roman" panose="02020603050405020304" pitchFamily="18" charset="0"/>
                <a:cs typeface="Times New Roman" panose="02020603050405020304" pitchFamily="18" charset="0"/>
              </a:rPr>
              <a:t>reliability in fast-moving environments. </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Additionally, most conventional awareness features temporarily pause or lower media playback, disrupting the listening experience.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Due to these limitations, current solutions do not offer comprehensive, real-time safety support tailored specifically for pedestrians, cyclists, or commuters navigating traffic-dense areas in everyday urban conditions.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55037"/>
            <a:ext cx="8596668" cy="743339"/>
          </a:xfrm>
        </p:spPr>
        <p:txBody>
          <a:bodyPr>
            <a:normAutofit fontScale="90000"/>
          </a:bodyPr>
          <a:lstStyle/>
          <a:p>
            <a:pPr algn="ctr"/>
            <a:r>
              <a:rPr lang="en-US" sz="4400" b="1" dirty="0">
                <a:solidFill>
                  <a:srgbClr val="0070C0"/>
                </a:solidFill>
                <a:latin typeface="Times New Roman" panose="02020603050405020304" pitchFamily="18" charset="0"/>
                <a:cs typeface="Times New Roman" panose="02020603050405020304" pitchFamily="18" charset="0"/>
              </a:rPr>
              <a:t>Proposed</a:t>
            </a:r>
            <a:r>
              <a:rPr lang="en-US" sz="4400" dirty="0">
                <a:solidFill>
                  <a:srgbClr val="0070C0"/>
                </a:solidFill>
                <a:latin typeface="Times New Roman" panose="02020603050405020304" pitchFamily="18" charset="0"/>
                <a:cs typeface="Times New Roman" panose="02020603050405020304" pitchFamily="18" charset="0"/>
              </a:rPr>
              <a:t> </a:t>
            </a:r>
            <a:r>
              <a:rPr lang="en-US" sz="4400" b="1" dirty="0">
                <a:solidFill>
                  <a:srgbClr val="0070C0"/>
                </a:solidFill>
                <a:latin typeface="Times New Roman" panose="02020603050405020304" pitchFamily="18" charset="0"/>
                <a:cs typeface="Times New Roman" panose="02020603050405020304" pitchFamily="18" charset="0"/>
              </a:rPr>
              <a:t>System</a:t>
            </a:r>
            <a:endParaRPr lang="en-IN" sz="4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184988"/>
            <a:ext cx="10610098" cy="5221499"/>
          </a:xfrm>
        </p:spPr>
        <p:txBody>
          <a:bodyPr>
            <a:normAutofit fontScale="85000" lnSpcReduction="20000"/>
          </a:bodyPr>
          <a:lstStyle/>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proposed </a:t>
            </a:r>
            <a:r>
              <a:rPr lang="en-IN" sz="2400" dirty="0" err="1">
                <a:latin typeface="Times New Roman" panose="02020603050405020304" pitchFamily="18" charset="0"/>
                <a:cs typeface="Times New Roman" panose="02020603050405020304" pitchFamily="18" charset="0"/>
              </a:rPr>
              <a:t>EarSafe</a:t>
            </a:r>
            <a:r>
              <a:rPr lang="en-IN" sz="2400" dirty="0">
                <a:latin typeface="Times New Roman" panose="02020603050405020304" pitchFamily="18" charset="0"/>
                <a:cs typeface="Times New Roman" panose="02020603050405020304" pitchFamily="18" charset="0"/>
              </a:rPr>
              <a:t> system introduces a multi-module real-time audio intelligence framework that enhances safety for headphone users by </a:t>
            </a:r>
            <a:r>
              <a:rPr lang="en-IN" sz="2400" b="1" dirty="0">
                <a:latin typeface="Times New Roman" panose="02020603050405020304" pitchFamily="18" charset="0"/>
                <a:cs typeface="Times New Roman" panose="02020603050405020304" pitchFamily="18" charset="0"/>
              </a:rPr>
              <a:t>detecting emergency sirens and vehicle horns </a:t>
            </a:r>
            <a:r>
              <a:rPr lang="en-IN" sz="2400" dirty="0">
                <a:latin typeface="Times New Roman" panose="02020603050405020304" pitchFamily="18" charset="0"/>
                <a:cs typeface="Times New Roman" panose="02020603050405020304" pitchFamily="18" charset="0"/>
              </a:rPr>
              <a:t>with high accuracy. </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 </a:t>
            </a:r>
            <a:r>
              <a:rPr lang="en-IN" sz="2400" b="1" dirty="0">
                <a:latin typeface="Times New Roman" panose="02020603050405020304" pitchFamily="18" charset="0"/>
                <a:cs typeface="Times New Roman" panose="02020603050405020304" pitchFamily="18" charset="0"/>
              </a:rPr>
              <a:t>lightweight on-device </a:t>
            </a:r>
            <a:r>
              <a:rPr lang="en-IN" sz="2400" dirty="0">
                <a:latin typeface="Times New Roman" panose="02020603050405020304" pitchFamily="18" charset="0"/>
                <a:cs typeface="Times New Roman" panose="02020603050405020304" pitchFamily="18" charset="0"/>
              </a:rPr>
              <a:t>classifier processes ambient audio, identifies critical events, and estimates directional information using channel amplitude comparison. </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Predictions</a:t>
            </a:r>
            <a:r>
              <a:rPr lang="en-IN" sz="2400" dirty="0">
                <a:latin typeface="Times New Roman" panose="02020603050405020304" pitchFamily="18" charset="0"/>
                <a:cs typeface="Times New Roman" panose="02020603050405020304" pitchFamily="18" charset="0"/>
              </a:rPr>
              <a:t> are transferred to a </a:t>
            </a:r>
            <a:r>
              <a:rPr lang="en-IN" sz="2400" b="1" dirty="0">
                <a:latin typeface="Times New Roman" panose="02020603050405020304" pitchFamily="18" charset="0"/>
                <a:cs typeface="Times New Roman" panose="02020603050405020304" pitchFamily="18" charset="0"/>
              </a:rPr>
              <a:t>backend decision engine </a:t>
            </a:r>
            <a:r>
              <a:rPr lang="en-IN" sz="2400" dirty="0">
                <a:latin typeface="Times New Roman" panose="02020603050405020304" pitchFamily="18" charset="0"/>
                <a:cs typeface="Times New Roman" panose="02020603050405020304" pitchFamily="18" charset="0"/>
              </a:rPr>
              <a:t>that applies rule-based logic to trigger alerts and adaptive volume adjustments. </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 </a:t>
            </a:r>
            <a:r>
              <a:rPr lang="en-IN" sz="2400" b="1" dirty="0">
                <a:latin typeface="Times New Roman" panose="02020603050405020304" pitchFamily="18" charset="0"/>
                <a:cs typeface="Times New Roman" panose="02020603050405020304" pitchFamily="18" charset="0"/>
              </a:rPr>
              <a:t>user-friendly </a:t>
            </a:r>
            <a:r>
              <a:rPr lang="en-IN" sz="2400" dirty="0">
                <a:latin typeface="Times New Roman" panose="02020603050405020304" pitchFamily="18" charset="0"/>
                <a:cs typeface="Times New Roman" panose="02020603050405020304" pitchFamily="18" charset="0"/>
              </a:rPr>
              <a:t>interface provides visual notifications, while integrated media controllers ensure alert audibility without disrupting listening. </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system delivers </a:t>
            </a:r>
            <a:r>
              <a:rPr lang="en-IN" sz="2400" b="1" dirty="0">
                <a:latin typeface="Times New Roman" panose="02020603050405020304" pitchFamily="18" charset="0"/>
                <a:cs typeface="Times New Roman" panose="02020603050405020304" pitchFamily="18" charset="0"/>
              </a:rPr>
              <a:t>fast, reliable, and nonintrusive warnings</a:t>
            </a:r>
            <a:r>
              <a:rPr lang="en-IN" sz="2400" dirty="0">
                <a:latin typeface="Times New Roman" panose="02020603050405020304" pitchFamily="18" charset="0"/>
                <a:cs typeface="Times New Roman" panose="02020603050405020304" pitchFamily="18" charset="0"/>
              </a:rPr>
              <a:t>, offering improved situational awareness in dynamic outdoor environments across diverse everyday scenarios.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3"/>
          <p:cNvSpPr>
            <a:spLocks noChangeArrowheads="1"/>
          </p:cNvSpPr>
          <p:nvPr/>
        </p:nvSpPr>
        <p:spPr bwMode="auto">
          <a:xfrm flipV="1">
            <a:off x="6796199" y="-1172549"/>
            <a:ext cx="564986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IN"/>
          </a:p>
        </p:txBody>
      </p:sp>
      <p:sp>
        <p:nvSpPr>
          <p:cNvPr id="20" name="Rectangle 25"/>
          <p:cNvSpPr>
            <a:spLocks noChangeArrowheads="1"/>
          </p:cNvSpPr>
          <p:nvPr/>
        </p:nvSpPr>
        <p:spPr bwMode="auto">
          <a:xfrm>
            <a:off x="3464767" y="14773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4" name="Rectangle 10"/>
          <p:cNvSpPr>
            <a:spLocks noChangeArrowheads="1"/>
          </p:cNvSpPr>
          <p:nvPr/>
        </p:nvSpPr>
        <p:spPr bwMode="auto">
          <a:xfrm>
            <a:off x="2317102" y="988906"/>
            <a:ext cx="1152677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IN"/>
          </a:p>
        </p:txBody>
      </p:sp>
      <p:sp>
        <p:nvSpPr>
          <p:cNvPr id="17" name="Title 1"/>
          <p:cNvSpPr>
            <a:spLocks noGrp="1"/>
          </p:cNvSpPr>
          <p:nvPr>
            <p:ph type="title"/>
          </p:nvPr>
        </p:nvSpPr>
        <p:spPr>
          <a:xfrm>
            <a:off x="1013237" y="41056"/>
            <a:ext cx="7281678" cy="365760"/>
          </a:xfrm>
        </p:spPr>
        <p:txBody>
          <a:bodyPr>
            <a:noAutofit/>
          </a:bodyPr>
          <a:lstStyle/>
          <a:p>
            <a:pPr algn="ctr"/>
            <a:r>
              <a:rPr lang="en-US" sz="3200" b="1" dirty="0">
                <a:solidFill>
                  <a:srgbClr val="0070C0"/>
                </a:solidFill>
                <a:latin typeface="Times New Roman" panose="02020603050405020304" pitchFamily="18" charset="0"/>
                <a:cs typeface="Times New Roman" panose="02020603050405020304" pitchFamily="18" charset="0"/>
              </a:rPr>
              <a:t>System Architecture</a:t>
            </a:r>
            <a:endParaRPr lang="en-IN" sz="3200" dirty="0"/>
          </a:p>
        </p:txBody>
      </p:sp>
      <p:sp>
        <p:nvSpPr>
          <p:cNvPr id="5" name="Slide Number Placeholder 4"/>
          <p:cNvSpPr>
            <a:spLocks noGrp="1"/>
          </p:cNvSpPr>
          <p:nvPr>
            <p:ph type="sldNum" sz="quarter" idx="12"/>
          </p:nvPr>
        </p:nvSpPr>
        <p:spPr/>
        <p:txBody>
          <a:bodyPr/>
          <a:lstStyle/>
          <a:p>
            <a:fld id="{B2FBC4DD-1846-45FB-BFCB-B8357CA78A34}" type="slidenum">
              <a:rPr lang="en-IN" smtClean="0"/>
            </a:fld>
            <a:endParaRPr lang="en-IN" dirty="0"/>
          </a:p>
        </p:txBody>
      </p:sp>
      <p:pic>
        <p:nvPicPr>
          <p:cNvPr id="3" name="Picture 2" descr="A diagram of a machine&#10;&#10;AI-generated content may be incorrect."/>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11572" y="1406769"/>
            <a:ext cx="7156841" cy="40444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895738"/>
            <a:ext cx="8596668" cy="1034661"/>
          </a:xfrm>
        </p:spPr>
        <p:txBody>
          <a:bodyPr>
            <a:normAutofit/>
          </a:bodyPr>
          <a:lstStyle/>
          <a:p>
            <a:pPr algn="ctr"/>
            <a:r>
              <a:rPr lang="en-US" sz="4400" b="1" dirty="0">
                <a:solidFill>
                  <a:srgbClr val="0070C0"/>
                </a:solidFill>
                <a:latin typeface="Times New Roman" panose="02020603050405020304" pitchFamily="18" charset="0"/>
                <a:cs typeface="Times New Roman" panose="02020603050405020304" pitchFamily="18" charset="0"/>
              </a:rPr>
              <a:t>Modules</a:t>
            </a:r>
            <a:endParaRPr lang="en-IN" sz="4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nSpc>
                <a:spcPct val="150000"/>
              </a:lnSpc>
            </a:pPr>
            <a:r>
              <a:rPr lang="en-IN" dirty="0">
                <a:latin typeface="Times New Roman" panose="02020603050405020304" pitchFamily="18" charset="0"/>
                <a:cs typeface="Times New Roman" panose="02020603050405020304" pitchFamily="18" charset="0"/>
              </a:rPr>
              <a:t>Audio Acquisition Module</a:t>
            </a:r>
            <a:endParaRPr lang="en-IN" dirty="0">
              <a:latin typeface="Times New Roman" panose="02020603050405020304" pitchFamily="18" charset="0"/>
              <a:cs typeface="Times New Roman" panose="02020603050405020304" pitchFamily="18" charset="0"/>
            </a:endParaRPr>
          </a:p>
          <a:p>
            <a:pPr lvl="0">
              <a:lnSpc>
                <a:spcPct val="150000"/>
              </a:lnSpc>
            </a:pPr>
            <a:r>
              <a:rPr lang="en-IN" dirty="0">
                <a:latin typeface="Times New Roman" panose="02020603050405020304" pitchFamily="18" charset="0"/>
                <a:cs typeface="Times New Roman" panose="02020603050405020304" pitchFamily="18" charset="0"/>
              </a:rPr>
              <a:t>Preprocessing and Noise Reduction Module</a:t>
            </a:r>
            <a:endParaRPr lang="en-IN" dirty="0">
              <a:latin typeface="Times New Roman" panose="02020603050405020304" pitchFamily="18" charset="0"/>
              <a:cs typeface="Times New Roman" panose="02020603050405020304" pitchFamily="18" charset="0"/>
            </a:endParaRPr>
          </a:p>
          <a:p>
            <a:pPr lvl="0">
              <a:lnSpc>
                <a:spcPct val="150000"/>
              </a:lnSpc>
            </a:pPr>
            <a:r>
              <a:rPr lang="en-IN" dirty="0">
                <a:latin typeface="Times New Roman" panose="02020603050405020304" pitchFamily="18" charset="0"/>
                <a:cs typeface="Times New Roman" panose="02020603050405020304" pitchFamily="18" charset="0"/>
              </a:rPr>
              <a:t>Feature Extraction Module</a:t>
            </a:r>
            <a:endParaRPr lang="en-IN" dirty="0">
              <a:latin typeface="Times New Roman" panose="02020603050405020304" pitchFamily="18" charset="0"/>
              <a:cs typeface="Times New Roman" panose="02020603050405020304" pitchFamily="18" charset="0"/>
            </a:endParaRPr>
          </a:p>
          <a:p>
            <a:pPr lvl="0">
              <a:lnSpc>
                <a:spcPct val="150000"/>
              </a:lnSpc>
            </a:pPr>
            <a:r>
              <a:rPr lang="en-IN" dirty="0">
                <a:latin typeface="Times New Roman" panose="02020603050405020304" pitchFamily="18" charset="0"/>
                <a:cs typeface="Times New Roman" panose="02020603050405020304" pitchFamily="18" charset="0"/>
              </a:rPr>
              <a:t>Sound Classification Module</a:t>
            </a:r>
            <a:endParaRPr lang="en-IN" dirty="0">
              <a:latin typeface="Times New Roman" panose="02020603050405020304" pitchFamily="18" charset="0"/>
              <a:cs typeface="Times New Roman" panose="02020603050405020304" pitchFamily="18" charset="0"/>
            </a:endParaRPr>
          </a:p>
          <a:p>
            <a:pPr lvl="0">
              <a:lnSpc>
                <a:spcPct val="150000"/>
              </a:lnSpc>
            </a:pPr>
            <a:r>
              <a:rPr lang="en-IN" dirty="0">
                <a:latin typeface="Times New Roman" panose="02020603050405020304" pitchFamily="18" charset="0"/>
                <a:cs typeface="Times New Roman" panose="02020603050405020304" pitchFamily="18" charset="0"/>
              </a:rPr>
              <a:t>Directional Estimation Module</a:t>
            </a:r>
            <a:endParaRPr lang="en-IN" dirty="0">
              <a:latin typeface="Times New Roman" panose="02020603050405020304" pitchFamily="18" charset="0"/>
              <a:cs typeface="Times New Roman" panose="02020603050405020304" pitchFamily="18" charset="0"/>
            </a:endParaRPr>
          </a:p>
          <a:p>
            <a:pPr lvl="0">
              <a:lnSpc>
                <a:spcPct val="150000"/>
              </a:lnSpc>
            </a:pPr>
            <a:r>
              <a:rPr lang="en-IN" dirty="0">
                <a:latin typeface="Times New Roman" panose="02020603050405020304" pitchFamily="18" charset="0"/>
                <a:cs typeface="Times New Roman" panose="02020603050405020304" pitchFamily="18" charset="0"/>
              </a:rPr>
              <a:t>Event Decision &amp; Alert Module</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1513"/>
            <a:ext cx="8596668" cy="767687"/>
          </a:xfrm>
        </p:spPr>
        <p:txBody>
          <a:bodyPr/>
          <a:lstStyle/>
          <a:p>
            <a:pPr algn="ctr"/>
            <a:r>
              <a:rPr lang="en-US" sz="3600" b="1" dirty="0">
                <a:solidFill>
                  <a:schemeClr val="accent2"/>
                </a:solidFill>
                <a:latin typeface="Times New Roman" panose="02020603050405020304" pitchFamily="18" charset="0"/>
                <a:cs typeface="Times New Roman" panose="02020603050405020304" pitchFamily="18" charset="0"/>
              </a:rPr>
              <a:t>Module 1 – </a:t>
            </a:r>
            <a:r>
              <a:rPr lang="en-IN" b="1" dirty="0">
                <a:solidFill>
                  <a:schemeClr val="accent2"/>
                </a:solidFill>
                <a:latin typeface="Times New Roman" panose="02020603050405020304" pitchFamily="18" charset="0"/>
                <a:cs typeface="Times New Roman" panose="02020603050405020304" pitchFamily="18" charset="0"/>
              </a:rPr>
              <a:t>Audio Acquisition Module</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379622"/>
            <a:ext cx="8819592" cy="4787913"/>
          </a:xfrm>
        </p:spPr>
        <p:txBody>
          <a:bodyPr>
            <a:normAutofit fontScale="92500"/>
          </a:bodyPr>
          <a:lstStyle/>
          <a:p>
            <a:pPr algn="just">
              <a:lnSpc>
                <a:spcPct val="150000"/>
              </a:lnSpc>
            </a:pPr>
            <a:r>
              <a:rPr lang="en-US" sz="2400" dirty="0">
                <a:latin typeface="Times New Roman" panose="02020603050405020304" pitchFamily="18" charset="0"/>
                <a:cs typeface="Times New Roman" panose="02020603050405020304" pitchFamily="18" charset="0"/>
              </a:rPr>
              <a:t>The Audio Acquisition Module serves as the </a:t>
            </a:r>
            <a:r>
              <a:rPr lang="en-US" sz="2400" b="1" dirty="0">
                <a:latin typeface="Times New Roman" panose="02020603050405020304" pitchFamily="18" charset="0"/>
                <a:cs typeface="Times New Roman" panose="02020603050405020304" pitchFamily="18" charset="0"/>
              </a:rPr>
              <a:t>system’s front-end component</a:t>
            </a:r>
            <a:r>
              <a:rPr lang="en-US" sz="2400" dirty="0">
                <a:latin typeface="Times New Roman" panose="02020603050405020304" pitchFamily="18" charset="0"/>
                <a:cs typeface="Times New Roman" panose="02020603050405020304" pitchFamily="18" charset="0"/>
              </a:rPr>
              <a:t>, continuously capturing ambient sound through the device microphone with stable sampling rates suitable for real-time processing. It preserves essential acoustic cues such as emergency sirens, horns, and surrounding traffic noise without introducing latency or distortion.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By providing a clean, uninterrupted audio stream, it enables downstream modules to perform accurate analysis, classification, and event detection, forming the foundation for reliable environmental awareness and timely safety alerts for headphone users.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1513"/>
            <a:ext cx="8596668" cy="767687"/>
          </a:xfrm>
        </p:spPr>
        <p:txBody>
          <a:bodyPr>
            <a:normAutofit fontScale="90000"/>
          </a:bodyPr>
          <a:lstStyle/>
          <a:p>
            <a:pPr algn="ctr"/>
            <a:r>
              <a:rPr lang="en-US" sz="3600" b="1" dirty="0">
                <a:solidFill>
                  <a:schemeClr val="accent2"/>
                </a:solidFill>
                <a:latin typeface="Times New Roman" panose="02020603050405020304" pitchFamily="18" charset="0"/>
                <a:cs typeface="Times New Roman" panose="02020603050405020304" pitchFamily="18" charset="0"/>
              </a:rPr>
              <a:t>Module 2 – </a:t>
            </a:r>
            <a:r>
              <a:rPr lang="en-US" b="1" dirty="0">
                <a:solidFill>
                  <a:schemeClr val="accent2"/>
                </a:solidFill>
                <a:latin typeface="Times New Roman" panose="02020603050405020304" pitchFamily="18" charset="0"/>
                <a:cs typeface="Times New Roman" panose="02020603050405020304" pitchFamily="18" charset="0"/>
              </a:rPr>
              <a:t>Preprocessing and Noise Reduction Module</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379622"/>
            <a:ext cx="8819592" cy="4787913"/>
          </a:xfrm>
        </p:spPr>
        <p:txBody>
          <a:bodyPr>
            <a:normAutofit fontScale="85000"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The Preprocessing and Noise Reduction Module enhances captured audio by </a:t>
            </a:r>
            <a:r>
              <a:rPr lang="en-US" sz="2400" b="1" dirty="0">
                <a:latin typeface="Times New Roman" panose="02020603050405020304" pitchFamily="18" charset="0"/>
                <a:cs typeface="Times New Roman" panose="02020603050405020304" pitchFamily="18" charset="0"/>
              </a:rPr>
              <a:t>filtering environmental disturbances </a:t>
            </a:r>
            <a:r>
              <a:rPr lang="en-US" sz="2400" dirty="0">
                <a:latin typeface="Times New Roman" panose="02020603050405020304" pitchFamily="18" charset="0"/>
                <a:cs typeface="Times New Roman" panose="02020603050405020304" pitchFamily="18" charset="0"/>
              </a:rPr>
              <a:t>and isolating meaningful acoustic patterns essential for safety detection.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Techniques such as </a:t>
            </a:r>
            <a:r>
              <a:rPr lang="en-US" sz="2400" b="1" dirty="0">
                <a:latin typeface="Times New Roman" panose="02020603050405020304" pitchFamily="18" charset="0"/>
                <a:cs typeface="Times New Roman" panose="02020603050405020304" pitchFamily="18" charset="0"/>
              </a:rPr>
              <a:t>normalization, spectral subtraction, and adaptive filtering reduce background noise from wind, crowds, and engines. </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This ensures that sirens, horns, and directional cues remain clearly identifiable.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By delivering a refined audio signal, the module strengthens overall detection accuracy and improves system robustness, helping subsequent components operate effectively even in crowded, noisy, or unpredictable real-world environments.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1513"/>
            <a:ext cx="8596668" cy="767687"/>
          </a:xfrm>
        </p:spPr>
        <p:txBody>
          <a:bodyPr>
            <a:norm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Module 3 – </a:t>
            </a:r>
            <a:r>
              <a:rPr lang="en-IN" b="1" dirty="0">
                <a:solidFill>
                  <a:schemeClr val="accent2"/>
                </a:solidFill>
                <a:latin typeface="Times New Roman" panose="02020603050405020304" pitchFamily="18" charset="0"/>
                <a:cs typeface="Times New Roman" panose="02020603050405020304" pitchFamily="18" charset="0"/>
              </a:rPr>
              <a:t>Feature Extraction Module </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379622"/>
            <a:ext cx="8819592" cy="4787913"/>
          </a:xfrm>
        </p:spPr>
        <p:txBody>
          <a:bodyPr>
            <a:normAutofit fontScale="85000"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The Feature Extraction Module transforms </a:t>
            </a:r>
            <a:r>
              <a:rPr lang="en-US" sz="2400" b="1" dirty="0">
                <a:latin typeface="Times New Roman" panose="02020603050405020304" pitchFamily="18" charset="0"/>
                <a:cs typeface="Times New Roman" panose="02020603050405020304" pitchFamily="18" charset="0"/>
              </a:rPr>
              <a:t>raw audio into compact, informative representations </a:t>
            </a:r>
            <a:r>
              <a:rPr lang="en-US" sz="2400" dirty="0">
                <a:latin typeface="Times New Roman" panose="02020603050405020304" pitchFamily="18" charset="0"/>
                <a:cs typeface="Times New Roman" panose="02020603050405020304" pitchFamily="18" charset="0"/>
              </a:rPr>
              <a:t>suitable for machine learning analysis.</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 It </a:t>
            </a:r>
            <a:r>
              <a:rPr lang="en-US" sz="2400" b="1" dirty="0">
                <a:latin typeface="Times New Roman" panose="02020603050405020304" pitchFamily="18" charset="0"/>
                <a:cs typeface="Times New Roman" panose="02020603050405020304" pitchFamily="18" charset="0"/>
              </a:rPr>
              <a:t>computes</a:t>
            </a:r>
            <a:r>
              <a:rPr lang="en-US" sz="2400" dirty="0">
                <a:latin typeface="Times New Roman" panose="02020603050405020304" pitchFamily="18" charset="0"/>
                <a:cs typeface="Times New Roman" panose="02020603050405020304" pitchFamily="18" charset="0"/>
              </a:rPr>
              <a:t> features such as </a:t>
            </a:r>
            <a:r>
              <a:rPr lang="en-US" sz="2400" b="1" dirty="0">
                <a:latin typeface="Times New Roman" panose="02020603050405020304" pitchFamily="18" charset="0"/>
                <a:cs typeface="Times New Roman" panose="02020603050405020304" pitchFamily="18" charset="0"/>
              </a:rPr>
              <a:t>Mel-frequency cepstral coefficients, spectral energy patterns, and temporal dynamics </a:t>
            </a:r>
            <a:r>
              <a:rPr lang="en-US" sz="2400" dirty="0">
                <a:latin typeface="Times New Roman" panose="02020603050405020304" pitchFamily="18" charset="0"/>
                <a:cs typeface="Times New Roman" panose="02020603050405020304" pitchFamily="18" charset="0"/>
              </a:rPr>
              <a:t>that highlight unique characteristics of emergency sirens and vehicle horns.</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 These structured features allow classifiers to distinguish </a:t>
            </a:r>
            <a:r>
              <a:rPr lang="en-US" sz="2400" b="1" dirty="0">
                <a:latin typeface="Times New Roman" panose="02020603050405020304" pitchFamily="18" charset="0"/>
                <a:cs typeface="Times New Roman" panose="02020603050405020304" pitchFamily="18" charset="0"/>
              </a:rPr>
              <a:t>relevant events from background noise. </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By reducing data complexity while preserving essential acoustic information, this module enables efficient on-device processing, supports real-time performance, and significantly improves overall system accuracy and responsiveness.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1513"/>
            <a:ext cx="8596668" cy="767687"/>
          </a:xfrm>
        </p:spPr>
        <p:txBody>
          <a:bodyPr>
            <a:norm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Module 4 – </a:t>
            </a:r>
            <a:r>
              <a:rPr lang="en-IN" b="1" dirty="0">
                <a:solidFill>
                  <a:schemeClr val="accent2"/>
                </a:solidFill>
                <a:latin typeface="Times New Roman" panose="02020603050405020304" pitchFamily="18" charset="0"/>
                <a:cs typeface="Times New Roman" panose="02020603050405020304" pitchFamily="18" charset="0"/>
              </a:rPr>
              <a:t>Sound Classification Module</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379622"/>
            <a:ext cx="8819592" cy="4787913"/>
          </a:xfrm>
        </p:spPr>
        <p:txBody>
          <a:bodyPr>
            <a:normAutofit fontScale="85000"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The Sound Classification Module employs lightweight neural network models to categorize incoming audio segments into predefined classes such as emergency sirens, vehicle horns, or background noise.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Using extracted features, the classifier performs real-time inference to recognize critical acoustic events with minimal latency.</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 Its optimized architecture ensures reliable operation on resource-constrained devices.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Accurate classification empowers the system to determine whether a user is exposed to potential hazards, enabling fast, meaningful alerts that enhance situational awareness and personal safety during everyday activities.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1513"/>
            <a:ext cx="8596668" cy="767687"/>
          </a:xfrm>
        </p:spPr>
        <p:txBody>
          <a:bodyPr>
            <a:norm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Module 5 – </a:t>
            </a:r>
            <a:r>
              <a:rPr lang="en-IN" b="1" dirty="0">
                <a:solidFill>
                  <a:schemeClr val="accent2"/>
                </a:solidFill>
                <a:latin typeface="Times New Roman" panose="02020603050405020304" pitchFamily="18" charset="0"/>
                <a:cs typeface="Times New Roman" panose="02020603050405020304" pitchFamily="18" charset="0"/>
              </a:rPr>
              <a:t>Directional Estimation Module </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379622"/>
            <a:ext cx="8819592" cy="4787913"/>
          </a:xfrm>
        </p:spPr>
        <p:txBody>
          <a:bodyPr>
            <a:normAutofit fontScale="925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The Directional Estimation Module determines the approximate direction of approaching sound sources by analyzing amplitude differences and temporal variations between audio channels.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This spatial awareness helps users understand whether a vehicle or emergency signal is coming from the left, right, or surrounding area.</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 The module uses lightweight computational methods to estimate direction without increasing system latency.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By providing intuitive spatial cues, it enhances user awareness, enabling timely and informed responses to nearby hazards in dynamic and complex environments.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1513"/>
            <a:ext cx="8596668" cy="767687"/>
          </a:xfrm>
        </p:spPr>
        <p:txBody>
          <a:bodyPr>
            <a:normAutofit fontScale="90000"/>
          </a:bodyPr>
          <a:lstStyle/>
          <a:p>
            <a:pPr algn="ctr"/>
            <a:r>
              <a:rPr lang="en-US" sz="3600" b="1" dirty="0">
                <a:solidFill>
                  <a:schemeClr val="accent2"/>
                </a:solidFill>
                <a:latin typeface="Times New Roman" panose="02020603050405020304" pitchFamily="18" charset="0"/>
                <a:cs typeface="Times New Roman" panose="02020603050405020304" pitchFamily="18" charset="0"/>
              </a:rPr>
              <a:t>Module 6 – </a:t>
            </a:r>
            <a:r>
              <a:rPr lang="en-IN" b="1" dirty="0">
                <a:solidFill>
                  <a:schemeClr val="accent2"/>
                </a:solidFill>
                <a:latin typeface="Times New Roman" panose="02020603050405020304" pitchFamily="18" charset="0"/>
                <a:cs typeface="Times New Roman" panose="02020603050405020304" pitchFamily="18" charset="0"/>
              </a:rPr>
              <a:t>Event Decision &amp; Alert Module</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379622"/>
            <a:ext cx="8819592" cy="4787913"/>
          </a:xfrm>
        </p:spPr>
        <p:txBody>
          <a:bodyPr>
            <a:normAutofit fontScale="925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The Event Decision and Alert Module integrates classification results and directional estimates to evaluate environmental risk levels.</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 Using rule-based logic, it determines whether detected events warrant user alerts and triggers corresponding visual or audio notifications.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It also coordinates adaptive media volume adjustments to ensure critical warnings remain audible. </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This module serves as the system’s central decision layer, enabling timely, nonintrusive, and context-aware alerts that help headphone users maintain situational awareness and respond effectively to potential safety threats.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690599"/>
            <a:ext cx="8915844" cy="3079296"/>
          </a:xfrm>
        </p:spPr>
        <p:txBody>
          <a:bodyPr>
            <a:normAutofit/>
          </a:bodyPr>
          <a:lstStyle/>
          <a:p>
            <a:pPr algn="ctr"/>
            <a:r>
              <a:rPr lang="en-US" sz="6600" b="1" dirty="0">
                <a:solidFill>
                  <a:srgbClr val="0070C0"/>
                </a:solidFill>
                <a:latin typeface="Times New Roman" panose="02020603050405020304" pitchFamily="18" charset="0"/>
                <a:cs typeface="Times New Roman" panose="02020603050405020304" pitchFamily="18" charset="0"/>
              </a:rPr>
              <a:t>Output</a:t>
            </a:r>
            <a:endParaRPr lang="en-IN" sz="6600" b="1" dirty="0">
              <a:solidFill>
                <a:srgbClr val="0070C0"/>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
        <p:nvSpPr>
          <p:cNvPr id="3" name="TextBox 2"/>
          <p:cNvSpPr txBox="1"/>
          <p:nvPr/>
        </p:nvSpPr>
        <p:spPr>
          <a:xfrm>
            <a:off x="575666" y="128347"/>
            <a:ext cx="9949265" cy="646331"/>
          </a:xfrm>
          <a:prstGeom prst="rect">
            <a:avLst/>
          </a:prstGeom>
          <a:noFill/>
        </p:spPr>
        <p:txBody>
          <a:bodyPr wrap="square">
            <a:sp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GUI RESULT</a:t>
            </a:r>
            <a:endParaRPr lang="en-IN" sz="7200" dirty="0">
              <a:solidFill>
                <a:schemeClr val="accent2"/>
              </a:solidFill>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rotWithShape="1">
          <a:blip r:embed="rId1"/>
          <a:srcRect b="10141"/>
          <a:stretch>
            <a:fillRect/>
          </a:stretch>
        </p:blipFill>
        <p:spPr bwMode="auto">
          <a:xfrm>
            <a:off x="1237903" y="1315203"/>
            <a:ext cx="9716194" cy="4908721"/>
          </a:xfrm>
          <a:prstGeom prst="rect">
            <a:avLst/>
          </a:prstGeom>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
        <p:nvSpPr>
          <p:cNvPr id="3" name="TextBox 2"/>
          <p:cNvSpPr txBox="1"/>
          <p:nvPr/>
        </p:nvSpPr>
        <p:spPr>
          <a:xfrm>
            <a:off x="575666" y="208442"/>
            <a:ext cx="10462448" cy="646331"/>
          </a:xfrm>
          <a:prstGeom prst="rect">
            <a:avLst/>
          </a:prstGeom>
          <a:noFill/>
        </p:spPr>
        <p:txBody>
          <a:bodyPr wrap="square">
            <a:sp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WEB BASED PREDICTION MODULE</a:t>
            </a:r>
            <a:endParaRPr lang="en-IN" sz="7200" dirty="0">
              <a:solidFill>
                <a:schemeClr val="accent2"/>
              </a:solidFill>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rotWithShape="1">
          <a:blip r:embed="rId1"/>
          <a:srcRect t="11439" b="8099"/>
          <a:stretch>
            <a:fillRect/>
          </a:stretch>
        </p:blipFill>
        <p:spPr bwMode="auto">
          <a:xfrm>
            <a:off x="1516851" y="1374008"/>
            <a:ext cx="8580077" cy="3881437"/>
          </a:xfrm>
          <a:prstGeom prst="rect">
            <a:avLst/>
          </a:prstGeom>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
        <p:nvSpPr>
          <p:cNvPr id="3" name="TextBox 2"/>
          <p:cNvSpPr txBox="1"/>
          <p:nvPr/>
        </p:nvSpPr>
        <p:spPr>
          <a:xfrm>
            <a:off x="575666" y="208442"/>
            <a:ext cx="10462448" cy="646331"/>
          </a:xfrm>
          <a:prstGeom prst="rect">
            <a:avLst/>
          </a:prstGeom>
          <a:noFill/>
        </p:spPr>
        <p:txBody>
          <a:bodyPr wrap="square">
            <a:sp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WEB BASED PREDICTION MODULE</a:t>
            </a:r>
            <a:endParaRPr lang="en-IN" sz="7200" dirty="0">
              <a:solidFill>
                <a:schemeClr val="accent2"/>
              </a:solidFill>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rotWithShape="1">
          <a:blip r:embed="rId1"/>
          <a:srcRect t="11437" b="8912"/>
          <a:stretch>
            <a:fillRect/>
          </a:stretch>
        </p:blipFill>
        <p:spPr bwMode="auto">
          <a:xfrm>
            <a:off x="1415283" y="1504207"/>
            <a:ext cx="8596312" cy="3849585"/>
          </a:xfrm>
          <a:prstGeom prst="rect">
            <a:avLst/>
          </a:prstGeom>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
        <p:nvSpPr>
          <p:cNvPr id="3" name="TextBox 2"/>
          <p:cNvSpPr txBox="1"/>
          <p:nvPr/>
        </p:nvSpPr>
        <p:spPr>
          <a:xfrm>
            <a:off x="575666" y="208442"/>
            <a:ext cx="10462448" cy="646331"/>
          </a:xfrm>
          <a:prstGeom prst="rect">
            <a:avLst/>
          </a:prstGeom>
          <a:noFill/>
        </p:spPr>
        <p:txBody>
          <a:bodyPr wrap="square">
            <a:sp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WEB BASED PREDICTION MODULE</a:t>
            </a:r>
            <a:endParaRPr lang="en-IN" sz="7200" dirty="0">
              <a:solidFill>
                <a:schemeClr val="accent2"/>
              </a:solidFill>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rotWithShape="1">
          <a:blip r:embed="rId1"/>
          <a:srcRect t="11437" b="8912"/>
          <a:stretch>
            <a:fillRect/>
          </a:stretch>
        </p:blipFill>
        <p:spPr bwMode="auto">
          <a:xfrm>
            <a:off x="1415283" y="1504207"/>
            <a:ext cx="8596312" cy="3849585"/>
          </a:xfrm>
          <a:prstGeom prst="rect">
            <a:avLst/>
          </a:prstGeom>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
        <p:nvSpPr>
          <p:cNvPr id="3" name="TextBox 2"/>
          <p:cNvSpPr txBox="1"/>
          <p:nvPr/>
        </p:nvSpPr>
        <p:spPr>
          <a:xfrm>
            <a:off x="575666" y="208442"/>
            <a:ext cx="10462448" cy="646331"/>
          </a:xfrm>
          <a:prstGeom prst="rect">
            <a:avLst/>
          </a:prstGeom>
          <a:noFill/>
        </p:spPr>
        <p:txBody>
          <a:bodyPr wrap="square">
            <a:sp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CLASS PREDICTED AS BACKGROUND NOISE</a:t>
            </a:r>
            <a:endParaRPr lang="en-IN" sz="3600" dirty="0">
              <a:solidFill>
                <a:schemeClr val="accent2"/>
              </a:solidFill>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rotWithShape="1">
          <a:blip r:embed="rId1"/>
          <a:srcRect t="3676" b="5230"/>
          <a:stretch>
            <a:fillRect/>
          </a:stretch>
        </p:blipFill>
        <p:spPr bwMode="auto">
          <a:xfrm>
            <a:off x="2017561" y="1488281"/>
            <a:ext cx="7578657" cy="3881437"/>
          </a:xfrm>
          <a:prstGeom prst="rect">
            <a:avLst/>
          </a:prstGeom>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
        <p:nvSpPr>
          <p:cNvPr id="3" name="TextBox 2"/>
          <p:cNvSpPr txBox="1"/>
          <p:nvPr/>
        </p:nvSpPr>
        <p:spPr>
          <a:xfrm>
            <a:off x="575666" y="208442"/>
            <a:ext cx="10462448" cy="646331"/>
          </a:xfrm>
          <a:prstGeom prst="rect">
            <a:avLst/>
          </a:prstGeom>
          <a:noFill/>
        </p:spPr>
        <p:txBody>
          <a:bodyPr wrap="square">
            <a:spAutoFit/>
          </a:bodyPr>
          <a:lstStyle/>
          <a:p>
            <a:pPr algn="ctr"/>
            <a:r>
              <a:rPr lang="en-US" sz="3600" b="1" dirty="0">
                <a:solidFill>
                  <a:schemeClr val="accent2"/>
                </a:solidFill>
                <a:latin typeface="Times New Roman" panose="02020603050405020304" pitchFamily="18" charset="0"/>
                <a:cs typeface="Times New Roman" panose="02020603050405020304" pitchFamily="18" charset="0"/>
              </a:rPr>
              <a:t>VIDEO</a:t>
            </a:r>
            <a:endParaRPr lang="en-IN" sz="7200" dirty="0">
              <a:solidFill>
                <a:schemeClr val="accent2"/>
              </a:solidFill>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rotWithShape="1">
          <a:blip r:embed="rId1"/>
          <a:srcRect b="6874"/>
          <a:stretch>
            <a:fillRect/>
          </a:stretch>
        </p:blipFill>
        <p:spPr bwMode="auto">
          <a:xfrm>
            <a:off x="2041251" y="1264648"/>
            <a:ext cx="8267540" cy="4328703"/>
          </a:xfrm>
          <a:prstGeom prst="rect">
            <a:avLst/>
          </a:prstGeom>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61328"/>
            <a:ext cx="8596668" cy="823495"/>
          </a:xfrm>
        </p:spPr>
        <p:txBody>
          <a:bodyPr>
            <a:normAutofit/>
          </a:bodyPr>
          <a:lstStyle/>
          <a:p>
            <a:pPr algn="ctr"/>
            <a:r>
              <a:rPr lang="en-US" sz="4400" b="1" dirty="0">
                <a:solidFill>
                  <a:srgbClr val="0070C0"/>
                </a:solidFill>
                <a:latin typeface="Times New Roman" panose="02020603050405020304" pitchFamily="18" charset="0"/>
                <a:cs typeface="Times New Roman" panose="02020603050405020304" pitchFamily="18" charset="0"/>
              </a:rPr>
              <a:t>Conclusion</a:t>
            </a:r>
            <a:endParaRPr lang="en-IN" sz="4400" b="1" dirty="0">
              <a:solidFill>
                <a:srgbClr val="0070C0"/>
              </a:solidFill>
            </a:endParaRPr>
          </a:p>
        </p:txBody>
      </p:sp>
      <p:sp>
        <p:nvSpPr>
          <p:cNvPr id="3" name="Content Placeholder 2"/>
          <p:cNvSpPr>
            <a:spLocks noGrp="1"/>
          </p:cNvSpPr>
          <p:nvPr>
            <p:ph idx="1"/>
          </p:nvPr>
        </p:nvSpPr>
        <p:spPr>
          <a:xfrm>
            <a:off x="677334" y="1000381"/>
            <a:ext cx="9990666" cy="5596291"/>
          </a:xfrm>
        </p:spPr>
        <p:txBody>
          <a:bodyPr>
            <a:normAutofit fontScale="85000" lnSpcReduction="20000"/>
          </a:bodyPr>
          <a:lstStyle/>
          <a:p>
            <a:pPr algn="just">
              <a:lnSpc>
                <a:spcPct val="170000"/>
              </a:lnSpc>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EarSafe</a:t>
            </a:r>
            <a:r>
              <a:rPr lang="en-US" sz="2400" dirty="0">
                <a:latin typeface="Times New Roman" panose="02020603050405020304" pitchFamily="18" charset="0"/>
                <a:cs typeface="Times New Roman" panose="02020603050405020304" pitchFamily="18" charset="0"/>
              </a:rPr>
              <a:t> system demonstrates that AI-driven real-time acoustic awareness can significantly enhance the safety of headphone users in traffic-dense or noisy environments. </a:t>
            </a:r>
            <a:endParaRPr lang="en-US" sz="2400" dirty="0">
              <a:latin typeface="Times New Roman" panose="02020603050405020304" pitchFamily="18" charset="0"/>
              <a:cs typeface="Times New Roman" panose="02020603050405020304" pitchFamily="18" charset="0"/>
            </a:endParaRPr>
          </a:p>
          <a:p>
            <a:pPr algn="just">
              <a:lnSpc>
                <a:spcPct val="170000"/>
              </a:lnSpc>
            </a:pPr>
            <a:r>
              <a:rPr lang="en-US" sz="2400" dirty="0">
                <a:latin typeface="Times New Roman" panose="02020603050405020304" pitchFamily="18" charset="0"/>
                <a:cs typeface="Times New Roman" panose="02020603050405020304" pitchFamily="18" charset="0"/>
              </a:rPr>
              <a:t>By integrating efficient on-device sound classification, low-latency communication, and adaptive volume management, the system offers reliable hazard identification without compromising listening comfort. </a:t>
            </a:r>
            <a:endParaRPr lang="en-US" sz="2400" dirty="0">
              <a:latin typeface="Times New Roman" panose="02020603050405020304" pitchFamily="18" charset="0"/>
              <a:cs typeface="Times New Roman" panose="02020603050405020304" pitchFamily="18" charset="0"/>
            </a:endParaRPr>
          </a:p>
          <a:p>
            <a:pPr algn="just">
              <a:lnSpc>
                <a:spcPct val="170000"/>
              </a:lnSpc>
            </a:pPr>
            <a:r>
              <a:rPr lang="en-US" sz="2400" dirty="0">
                <a:latin typeface="Times New Roman" panose="02020603050405020304" pitchFamily="18" charset="0"/>
                <a:cs typeface="Times New Roman" panose="02020603050405020304" pitchFamily="18" charset="0"/>
              </a:rPr>
              <a:t>Its modular architecture supports robust performance across varied conditions and provides intuitive notifications that assist users in recognizing potential dangers. </a:t>
            </a:r>
            <a:endParaRPr lang="en-US" sz="2400" dirty="0">
              <a:latin typeface="Times New Roman" panose="02020603050405020304" pitchFamily="18" charset="0"/>
              <a:cs typeface="Times New Roman" panose="02020603050405020304" pitchFamily="18" charset="0"/>
            </a:endParaRPr>
          </a:p>
          <a:p>
            <a:pPr algn="just">
              <a:lnSpc>
                <a:spcPct val="170000"/>
              </a:lnSpc>
            </a:pPr>
            <a:r>
              <a:rPr lang="en-US" sz="2400" dirty="0">
                <a:latin typeface="Times New Roman" panose="02020603050405020304" pitchFamily="18" charset="0"/>
                <a:cs typeface="Times New Roman" panose="02020603050405020304" pitchFamily="18" charset="0"/>
              </a:rPr>
              <a:t>Overall, </a:t>
            </a:r>
            <a:r>
              <a:rPr lang="en-US" sz="2400" dirty="0" err="1">
                <a:latin typeface="Times New Roman" panose="02020603050405020304" pitchFamily="18" charset="0"/>
                <a:cs typeface="Times New Roman" panose="02020603050405020304" pitchFamily="18" charset="0"/>
              </a:rPr>
              <a:t>EarSafe</a:t>
            </a:r>
            <a:r>
              <a:rPr lang="en-US" sz="2400" dirty="0">
                <a:latin typeface="Times New Roman" panose="02020603050405020304" pitchFamily="18" charset="0"/>
                <a:cs typeface="Times New Roman" panose="02020603050405020304" pitchFamily="18" charset="0"/>
              </a:rPr>
              <a:t> establishes a practical and effective framework for improving situational awareness, laying the foundation for future advancements in intelligent personal safety technologies tailored to modern everyday mobility needs and supporting safer behavior in communities worldwide.</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3734"/>
            <a:ext cx="8596668" cy="919747"/>
          </a:xfrm>
        </p:spPr>
        <p:txBody>
          <a:bodyPr>
            <a:normAutofit/>
          </a:bodyPr>
          <a:lstStyle/>
          <a:p>
            <a:pPr algn="ctr"/>
            <a:r>
              <a:rPr lang="en-US" sz="4400" b="1" dirty="0">
                <a:solidFill>
                  <a:srgbClr val="0070C0"/>
                </a:solidFill>
                <a:latin typeface="Times New Roman" panose="02020603050405020304" pitchFamily="18" charset="0"/>
                <a:cs typeface="Times New Roman" panose="02020603050405020304" pitchFamily="18" charset="0"/>
              </a:rPr>
              <a:t>Future Enhancement</a:t>
            </a:r>
            <a:endParaRPr lang="en-IN" sz="4400" b="1" dirty="0">
              <a:solidFill>
                <a:srgbClr val="0070C0"/>
              </a:solidFill>
            </a:endParaRPr>
          </a:p>
        </p:txBody>
      </p:sp>
      <p:sp>
        <p:nvSpPr>
          <p:cNvPr id="3" name="Content Placeholder 2"/>
          <p:cNvSpPr>
            <a:spLocks noGrp="1"/>
          </p:cNvSpPr>
          <p:nvPr>
            <p:ph idx="1"/>
          </p:nvPr>
        </p:nvSpPr>
        <p:spPr>
          <a:xfrm>
            <a:off x="677334" y="852897"/>
            <a:ext cx="10167647" cy="5553590"/>
          </a:xfrm>
        </p:spPr>
        <p:txBody>
          <a:bodyPr>
            <a:normAutofit fontScale="85000" lnSpcReduction="20000"/>
          </a:bodyPr>
          <a:lstStyle/>
          <a:p>
            <a:pPr algn="just">
              <a:lnSpc>
                <a:spcPct val="170000"/>
              </a:lnSpc>
            </a:pPr>
            <a:r>
              <a:rPr lang="en-US" sz="2400" dirty="0">
                <a:latin typeface="Times New Roman" panose="02020603050405020304" pitchFamily="18" charset="0"/>
                <a:cs typeface="Times New Roman" panose="02020603050405020304" pitchFamily="18" charset="0"/>
              </a:rPr>
              <a:t>Future enhancements for the </a:t>
            </a:r>
            <a:r>
              <a:rPr lang="en-US" sz="2400" dirty="0" err="1">
                <a:latin typeface="Times New Roman" panose="02020603050405020304" pitchFamily="18" charset="0"/>
                <a:cs typeface="Times New Roman" panose="02020603050405020304" pitchFamily="18" charset="0"/>
              </a:rPr>
              <a:t>EarSafe</a:t>
            </a:r>
            <a:r>
              <a:rPr lang="en-US" sz="2400" dirty="0">
                <a:latin typeface="Times New Roman" panose="02020603050405020304" pitchFamily="18" charset="0"/>
                <a:cs typeface="Times New Roman" panose="02020603050405020304" pitchFamily="18" charset="0"/>
              </a:rPr>
              <a:t> system aim to further improve accuracy, robustness, and user adaptability. Integrating advanced deep learning models could enhance classification performance across diverse siren types and complex noise environments. </a:t>
            </a:r>
            <a:endParaRPr lang="en-US" sz="2400" dirty="0">
              <a:latin typeface="Times New Roman" panose="02020603050405020304" pitchFamily="18" charset="0"/>
              <a:cs typeface="Times New Roman" panose="02020603050405020304" pitchFamily="18" charset="0"/>
            </a:endParaRPr>
          </a:p>
          <a:p>
            <a:pPr algn="just">
              <a:lnSpc>
                <a:spcPct val="170000"/>
              </a:lnSpc>
            </a:pPr>
            <a:r>
              <a:rPr lang="en-US" sz="2400" dirty="0">
                <a:latin typeface="Times New Roman" panose="02020603050405020304" pitchFamily="18" charset="0"/>
                <a:cs typeface="Times New Roman" panose="02020603050405020304" pitchFamily="18" charset="0"/>
              </a:rPr>
              <a:t>Additional features such as GPS-aware alert prioritization, user-specific sensitivity profiling, and multi-sensor fusion could provide more context-aware warnings. </a:t>
            </a:r>
            <a:endParaRPr lang="en-US" sz="2400" dirty="0">
              <a:latin typeface="Times New Roman" panose="02020603050405020304" pitchFamily="18" charset="0"/>
              <a:cs typeface="Times New Roman" panose="02020603050405020304" pitchFamily="18" charset="0"/>
            </a:endParaRPr>
          </a:p>
          <a:p>
            <a:pPr algn="just">
              <a:lnSpc>
                <a:spcPct val="170000"/>
              </a:lnSpc>
            </a:pPr>
            <a:r>
              <a:rPr lang="en-US" sz="2400" dirty="0">
                <a:latin typeface="Times New Roman" panose="02020603050405020304" pitchFamily="18" charset="0"/>
                <a:cs typeface="Times New Roman" panose="02020603050405020304" pitchFamily="18" charset="0"/>
              </a:rPr>
              <a:t>Incorporating bone-conduction microphones or wearable hardware extensions may enable better directional analysis. Cloud-assisted model updates could ensure continuous improvement without affecting local latency. </a:t>
            </a:r>
            <a:endParaRPr lang="en-US" sz="2400" dirty="0">
              <a:latin typeface="Times New Roman" panose="02020603050405020304" pitchFamily="18" charset="0"/>
              <a:cs typeface="Times New Roman" panose="02020603050405020304" pitchFamily="18" charset="0"/>
            </a:endParaRPr>
          </a:p>
          <a:p>
            <a:pPr algn="just">
              <a:lnSpc>
                <a:spcPct val="170000"/>
              </a:lnSpc>
            </a:pPr>
            <a:r>
              <a:rPr lang="en-US" sz="2400" dirty="0">
                <a:latin typeface="Times New Roman" panose="02020603050405020304" pitchFamily="18" charset="0"/>
                <a:cs typeface="Times New Roman" panose="02020603050405020304" pitchFamily="18" charset="0"/>
              </a:rPr>
              <a:t>Collectively, these enhancements would transform </a:t>
            </a:r>
            <a:r>
              <a:rPr lang="en-US" sz="2400" dirty="0" err="1">
                <a:latin typeface="Times New Roman" panose="02020603050405020304" pitchFamily="18" charset="0"/>
                <a:cs typeface="Times New Roman" panose="02020603050405020304" pitchFamily="18" charset="0"/>
              </a:rPr>
              <a:t>EarSafe</a:t>
            </a:r>
            <a:r>
              <a:rPr lang="en-US" sz="2400" dirty="0">
                <a:latin typeface="Times New Roman" panose="02020603050405020304" pitchFamily="18" charset="0"/>
                <a:cs typeface="Times New Roman" panose="02020603050405020304" pitchFamily="18" charset="0"/>
              </a:rPr>
              <a:t> into a more intelligent, personalized, and scalable safety platform suited for evolving urban mobility challenges across diverse real-world usage scenarios globally.</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36884"/>
            <a:ext cx="8596668" cy="962527"/>
          </a:xfrm>
        </p:spPr>
        <p:txBody>
          <a:bodyPr>
            <a:normAutofit/>
          </a:bodyPr>
          <a:lstStyle/>
          <a:p>
            <a:pPr algn="ctr"/>
            <a:r>
              <a:rPr lang="en-US" sz="4400" b="1" dirty="0">
                <a:solidFill>
                  <a:srgbClr val="0070C0"/>
                </a:solidFill>
                <a:latin typeface="Times New Roman" panose="02020603050405020304" pitchFamily="18" charset="0"/>
                <a:cs typeface="Times New Roman" panose="02020603050405020304" pitchFamily="18" charset="0"/>
              </a:rPr>
              <a:t>References</a:t>
            </a:r>
            <a:endParaRPr lang="en-IN" sz="4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3137" y="1427747"/>
            <a:ext cx="8840865" cy="5430254"/>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[1] S. N. Waghmare and M. S. Chavan, “Audio event recognition using machine learning techniques,” </a:t>
            </a:r>
            <a:r>
              <a:rPr lang="en-US" i="1" dirty="0">
                <a:latin typeface="Times New Roman" panose="02020603050405020304" pitchFamily="18" charset="0"/>
                <a:cs typeface="Times New Roman" panose="02020603050405020304" pitchFamily="18" charset="0"/>
              </a:rPr>
              <a:t>IEEE Access</a:t>
            </a:r>
            <a:r>
              <a:rPr lang="en-US" dirty="0">
                <a:latin typeface="Times New Roman" panose="02020603050405020304" pitchFamily="18" charset="0"/>
                <a:cs typeface="Times New Roman" panose="02020603050405020304" pitchFamily="18" charset="0"/>
              </a:rPr>
              <a:t>, vol. 8, pp. 12345–12354, 2020.</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[2] M. Kumar and A. Verma, “Emergency siren detection in urban acoustic environments,” in </a:t>
            </a:r>
            <a:r>
              <a:rPr lang="en-US" i="1" dirty="0">
                <a:latin typeface="Times New Roman" panose="02020603050405020304" pitchFamily="18" charset="0"/>
                <a:cs typeface="Times New Roman" panose="02020603050405020304" pitchFamily="18" charset="0"/>
              </a:rPr>
              <a:t>Proc. 2021 IEEE Int. Conf. on Intelligent Transportation Systems (ITSC)</a:t>
            </a:r>
            <a:r>
              <a:rPr lang="en-US" dirty="0">
                <a:latin typeface="Times New Roman" panose="02020603050405020304" pitchFamily="18" charset="0"/>
                <a:cs typeface="Times New Roman" panose="02020603050405020304" pitchFamily="18" charset="0"/>
              </a:rPr>
              <a:t>, Indianapolis, IN, USA, pp. 221–227, 2021.</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[3] Y. Kwon, S. Lee, and J. Park, “Deep learning-based horn sound classification for road safety applications,” </a:t>
            </a:r>
            <a:r>
              <a:rPr lang="en-US" i="1" dirty="0">
                <a:latin typeface="Times New Roman" panose="02020603050405020304" pitchFamily="18" charset="0"/>
                <a:cs typeface="Times New Roman" panose="02020603050405020304" pitchFamily="18" charset="0"/>
              </a:rPr>
              <a:t>IEEE Trans. Veh. Technol.</a:t>
            </a:r>
            <a:r>
              <a:rPr lang="en-US" dirty="0">
                <a:latin typeface="Times New Roman" panose="02020603050405020304" pitchFamily="18" charset="0"/>
                <a:cs typeface="Times New Roman" panose="02020603050405020304" pitchFamily="18" charset="0"/>
              </a:rPr>
              <a:t>, vol. 70, no. 6, pp. 5462–5474, 2021.</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[4] A. Abdelaziz and H. El-</a:t>
            </a:r>
            <a:r>
              <a:rPr lang="en-US" dirty="0" err="1">
                <a:latin typeface="Times New Roman" panose="02020603050405020304" pitchFamily="18" charset="0"/>
                <a:cs typeface="Times New Roman" panose="02020603050405020304" pitchFamily="18" charset="0"/>
              </a:rPr>
              <a:t>Moaqet</a:t>
            </a:r>
            <a:r>
              <a:rPr lang="en-US" dirty="0">
                <a:latin typeface="Times New Roman" panose="02020603050405020304" pitchFamily="18" charset="0"/>
                <a:cs typeface="Times New Roman" panose="02020603050405020304" pitchFamily="18" charset="0"/>
              </a:rPr>
              <a:t>, “Real-time directional sound source localization using microphone arrays,” in </a:t>
            </a:r>
            <a:r>
              <a:rPr lang="en-US" i="1" dirty="0">
                <a:latin typeface="Times New Roman" panose="02020603050405020304" pitchFamily="18" charset="0"/>
                <a:cs typeface="Times New Roman" panose="02020603050405020304" pitchFamily="18" charset="0"/>
              </a:rPr>
              <a:t>Proc. IEEE ICASSP</a:t>
            </a:r>
            <a:r>
              <a:rPr lang="en-US" dirty="0">
                <a:latin typeface="Times New Roman" panose="02020603050405020304" pitchFamily="18" charset="0"/>
                <a:cs typeface="Times New Roman" panose="02020603050405020304" pitchFamily="18" charset="0"/>
              </a:rPr>
              <a:t>, Barcelona, Spain, pp. 401–405, 2020.</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[5] P. </a:t>
            </a:r>
            <a:r>
              <a:rPr lang="en-US" dirty="0" err="1">
                <a:latin typeface="Times New Roman" panose="02020603050405020304" pitchFamily="18" charset="0"/>
                <a:cs typeface="Times New Roman" panose="02020603050405020304" pitchFamily="18" charset="0"/>
              </a:rPr>
              <a:t>Zinemanas</a:t>
            </a:r>
            <a:r>
              <a:rPr lang="en-US" dirty="0">
                <a:latin typeface="Times New Roman" panose="02020603050405020304" pitchFamily="18" charset="0"/>
                <a:cs typeface="Times New Roman" panose="02020603050405020304" pitchFamily="18" charset="0"/>
              </a:rPr>
              <a:t> and L. </a:t>
            </a:r>
            <a:r>
              <a:rPr lang="en-US" dirty="0" err="1">
                <a:latin typeface="Times New Roman" panose="02020603050405020304" pitchFamily="18" charset="0"/>
                <a:cs typeface="Times New Roman" panose="02020603050405020304" pitchFamily="18" charset="0"/>
              </a:rPr>
              <a:t>Stuchi</a:t>
            </a:r>
            <a:r>
              <a:rPr lang="en-US" dirty="0">
                <a:latin typeface="Times New Roman" panose="02020603050405020304" pitchFamily="18" charset="0"/>
                <a:cs typeface="Times New Roman" panose="02020603050405020304" pitchFamily="18" charset="0"/>
              </a:rPr>
              <a:t>, “Noise reduction algorithms for embedded real-time systems,” </a:t>
            </a:r>
            <a:r>
              <a:rPr lang="en-US" i="1" dirty="0">
                <a:latin typeface="Times New Roman" panose="02020603050405020304" pitchFamily="18" charset="0"/>
                <a:cs typeface="Times New Roman" panose="02020603050405020304" pitchFamily="18" charset="0"/>
              </a:rPr>
              <a:t>IEEE Embedded Syst. Lett.</a:t>
            </a:r>
            <a:r>
              <a:rPr lang="en-US" dirty="0">
                <a:latin typeface="Times New Roman" panose="02020603050405020304" pitchFamily="18" charset="0"/>
                <a:cs typeface="Times New Roman" panose="02020603050405020304" pitchFamily="18" charset="0"/>
              </a:rPr>
              <a:t>, vol. 12, no. 4, pp. 95–99, 2020.</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36884"/>
            <a:ext cx="8596668" cy="962527"/>
          </a:xfrm>
        </p:spPr>
        <p:txBody>
          <a:bodyPr>
            <a:normAutofit/>
          </a:bodyPr>
          <a:lstStyle/>
          <a:p>
            <a:pPr algn="ctr"/>
            <a:r>
              <a:rPr lang="en-US" sz="4400" b="1" dirty="0">
                <a:solidFill>
                  <a:srgbClr val="0070C0"/>
                </a:solidFill>
                <a:latin typeface="Times New Roman" panose="02020603050405020304" pitchFamily="18" charset="0"/>
                <a:cs typeface="Times New Roman" panose="02020603050405020304" pitchFamily="18" charset="0"/>
              </a:rPr>
              <a:t>References</a:t>
            </a:r>
            <a:endParaRPr lang="en-IN" sz="4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3137" y="1427747"/>
            <a:ext cx="10795302" cy="4978740"/>
          </a:xfrm>
        </p:spPr>
        <p:txBody>
          <a:bodyPr>
            <a:no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[5] P. </a:t>
            </a:r>
            <a:r>
              <a:rPr lang="en-US" sz="1600" dirty="0" err="1">
                <a:latin typeface="Times New Roman" panose="02020603050405020304" pitchFamily="18" charset="0"/>
                <a:cs typeface="Times New Roman" panose="02020603050405020304" pitchFamily="18" charset="0"/>
              </a:rPr>
              <a:t>Zinemanas</a:t>
            </a:r>
            <a:r>
              <a:rPr lang="en-US" sz="1600" dirty="0">
                <a:latin typeface="Times New Roman" panose="02020603050405020304" pitchFamily="18" charset="0"/>
                <a:cs typeface="Times New Roman" panose="02020603050405020304" pitchFamily="18" charset="0"/>
              </a:rPr>
              <a:t> and L. </a:t>
            </a:r>
            <a:r>
              <a:rPr lang="en-US" sz="1600" dirty="0" err="1">
                <a:latin typeface="Times New Roman" panose="02020603050405020304" pitchFamily="18" charset="0"/>
                <a:cs typeface="Times New Roman" panose="02020603050405020304" pitchFamily="18" charset="0"/>
              </a:rPr>
              <a:t>Stuchi</a:t>
            </a:r>
            <a:r>
              <a:rPr lang="en-US" sz="1600" dirty="0">
                <a:latin typeface="Times New Roman" panose="02020603050405020304" pitchFamily="18" charset="0"/>
                <a:cs typeface="Times New Roman" panose="02020603050405020304" pitchFamily="18" charset="0"/>
              </a:rPr>
              <a:t>, “Noise reduction algorithms for embedded real-time systems,” </a:t>
            </a:r>
            <a:r>
              <a:rPr lang="en-US" sz="1600" i="1" dirty="0">
                <a:latin typeface="Times New Roman" panose="02020603050405020304" pitchFamily="18" charset="0"/>
                <a:cs typeface="Times New Roman" panose="02020603050405020304" pitchFamily="18" charset="0"/>
              </a:rPr>
              <a:t>IEEE Embedded Syst. Lett.</a:t>
            </a:r>
            <a:r>
              <a:rPr lang="en-US" sz="1600" dirty="0">
                <a:latin typeface="Times New Roman" panose="02020603050405020304" pitchFamily="18" charset="0"/>
                <a:cs typeface="Times New Roman" panose="02020603050405020304" pitchFamily="18" charset="0"/>
              </a:rPr>
              <a:t>, vol. 12, no. 4, pp. 95–99, 2020.</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[6] T. </a:t>
            </a:r>
            <a:r>
              <a:rPr lang="en-US" sz="1600" dirty="0" err="1">
                <a:latin typeface="Times New Roman" panose="02020603050405020304" pitchFamily="18" charset="0"/>
                <a:cs typeface="Times New Roman" panose="02020603050405020304" pitchFamily="18" charset="0"/>
              </a:rPr>
              <a:t>Ogunfunmi</a:t>
            </a:r>
            <a:r>
              <a:rPr lang="en-US" sz="1600" dirty="0">
                <a:latin typeface="Times New Roman" panose="02020603050405020304" pitchFamily="18" charset="0"/>
                <a:cs typeface="Times New Roman" panose="02020603050405020304" pitchFamily="18" charset="0"/>
              </a:rPr>
              <a:t> and R. Phan, </a:t>
            </a:r>
            <a:r>
              <a:rPr lang="en-US" sz="1600" i="1" dirty="0">
                <a:latin typeface="Times New Roman" panose="02020603050405020304" pitchFamily="18" charset="0"/>
                <a:cs typeface="Times New Roman" panose="02020603050405020304" pitchFamily="18" charset="0"/>
              </a:rPr>
              <a:t>Adaptive Signal Processing for Audio Applications</a:t>
            </a:r>
            <a:r>
              <a:rPr lang="en-US" sz="1600" dirty="0">
                <a:latin typeface="Times New Roman" panose="02020603050405020304" pitchFamily="18" charset="0"/>
                <a:cs typeface="Times New Roman" panose="02020603050405020304" pitchFamily="18" charset="0"/>
              </a:rPr>
              <a:t>. New York, NY, USA: IEEE Press, 2019.</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[7] R. Singh, “Spectral feature extraction for robust audio classification,” </a:t>
            </a:r>
            <a:r>
              <a:rPr lang="en-US" sz="1600" i="1" dirty="0">
                <a:latin typeface="Times New Roman" panose="02020603050405020304" pitchFamily="18" charset="0"/>
                <a:cs typeface="Times New Roman" panose="02020603050405020304" pitchFamily="18" charset="0"/>
              </a:rPr>
              <a:t>IEEE Signal Process. Lett.</a:t>
            </a:r>
            <a:r>
              <a:rPr lang="en-US" sz="1600" dirty="0">
                <a:latin typeface="Times New Roman" panose="02020603050405020304" pitchFamily="18" charset="0"/>
                <a:cs typeface="Times New Roman" panose="02020603050405020304" pitchFamily="18" charset="0"/>
              </a:rPr>
              <a:t>, vol. 28, pp. 842–846, 2021.</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[8] R. Sanabria and M. </a:t>
            </a:r>
            <a:r>
              <a:rPr lang="en-US" sz="1600" dirty="0" err="1">
                <a:latin typeface="Times New Roman" panose="02020603050405020304" pitchFamily="18" charset="0"/>
                <a:cs typeface="Times New Roman" panose="02020603050405020304" pitchFamily="18" charset="0"/>
              </a:rPr>
              <a:t>Ravanelli</a:t>
            </a:r>
            <a:r>
              <a:rPr lang="en-US" sz="1600" dirty="0">
                <a:latin typeface="Times New Roman" panose="02020603050405020304" pitchFamily="18" charset="0"/>
                <a:cs typeface="Times New Roman" panose="02020603050405020304" pitchFamily="18" charset="0"/>
              </a:rPr>
              <a:t>, “Audio event detection using convolutional neural networks,” in </a:t>
            </a:r>
            <a:r>
              <a:rPr lang="en-US" sz="1600" i="1" dirty="0">
                <a:latin typeface="Times New Roman" panose="02020603050405020304" pitchFamily="18" charset="0"/>
                <a:cs typeface="Times New Roman" panose="02020603050405020304" pitchFamily="18" charset="0"/>
              </a:rPr>
              <a:t>Proc. IEEE MLSP</a:t>
            </a:r>
            <a:r>
              <a:rPr lang="en-US" sz="1600" dirty="0">
                <a:latin typeface="Times New Roman" panose="02020603050405020304" pitchFamily="18" charset="0"/>
                <a:cs typeface="Times New Roman" panose="02020603050405020304" pitchFamily="18" charset="0"/>
              </a:rPr>
              <a:t>, Espoo, Finland, pp. 1–6, 2019.</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[9] A. Abdullah, “Latency optimization techniques for real-time DSP pipelines,” </a:t>
            </a:r>
            <a:r>
              <a:rPr lang="en-US" sz="1600" i="1" dirty="0">
                <a:latin typeface="Times New Roman" panose="02020603050405020304" pitchFamily="18" charset="0"/>
                <a:cs typeface="Times New Roman" panose="02020603050405020304" pitchFamily="18" charset="0"/>
              </a:rPr>
              <a:t>IEEE Trans. </a:t>
            </a:r>
            <a:r>
              <a:rPr lang="en-US" sz="1600" i="1" dirty="0" err="1">
                <a:latin typeface="Times New Roman" panose="02020603050405020304" pitchFamily="18" charset="0"/>
                <a:cs typeface="Times New Roman" panose="02020603050405020304" pitchFamily="18" charset="0"/>
              </a:rPr>
              <a:t>Consum</a:t>
            </a:r>
            <a:r>
              <a:rPr lang="en-US" sz="1600" i="1" dirty="0">
                <a:latin typeface="Times New Roman" panose="02020603050405020304" pitchFamily="18" charset="0"/>
                <a:cs typeface="Times New Roman" panose="02020603050405020304" pitchFamily="18" charset="0"/>
              </a:rPr>
              <a:t>. Electron.</a:t>
            </a:r>
            <a:r>
              <a:rPr lang="en-US" sz="1600" dirty="0">
                <a:latin typeface="Times New Roman" panose="02020603050405020304" pitchFamily="18" charset="0"/>
                <a:cs typeface="Times New Roman" panose="02020603050405020304" pitchFamily="18" charset="0"/>
              </a:rPr>
              <a:t>, vol. 67, no. 1, pp. 53–62, 2021.</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[10] J. H. Jung, S. Lee, and C. Lee, “Context-aware headphone systems for urban environments,” in </a:t>
            </a:r>
            <a:r>
              <a:rPr lang="en-US" sz="1600" i="1" dirty="0">
                <a:latin typeface="Times New Roman" panose="02020603050405020304" pitchFamily="18" charset="0"/>
                <a:cs typeface="Times New Roman" panose="02020603050405020304" pitchFamily="18" charset="0"/>
              </a:rPr>
              <a:t>Proc. IEEE ICCE</a:t>
            </a:r>
            <a:r>
              <a:rPr lang="en-US" sz="1600" dirty="0">
                <a:latin typeface="Times New Roman" panose="02020603050405020304" pitchFamily="18" charset="0"/>
                <a:cs typeface="Times New Roman" panose="02020603050405020304" pitchFamily="18" charset="0"/>
              </a:rPr>
              <a:t>, Las Vegas, NV, USA, pp. 134–138, 2020.</a:t>
            </a:r>
            <a:endParaRPr lang="en-IN"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36884"/>
            <a:ext cx="8596668" cy="962527"/>
          </a:xfrm>
        </p:spPr>
        <p:txBody>
          <a:bodyPr>
            <a:normAutofit/>
          </a:bodyPr>
          <a:lstStyle/>
          <a:p>
            <a:pPr algn="ctr"/>
            <a:r>
              <a:rPr lang="en-US" sz="4400" b="1" dirty="0">
                <a:solidFill>
                  <a:srgbClr val="0070C0"/>
                </a:solidFill>
                <a:latin typeface="Times New Roman" panose="02020603050405020304" pitchFamily="18" charset="0"/>
                <a:cs typeface="Times New Roman" panose="02020603050405020304" pitchFamily="18" charset="0"/>
              </a:rPr>
              <a:t>References</a:t>
            </a:r>
            <a:endParaRPr lang="en-IN" sz="44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3137" y="1427747"/>
            <a:ext cx="10795302" cy="4978740"/>
          </a:xfrm>
        </p:spPr>
        <p:txBody>
          <a:bodyPr>
            <a:no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[11] M. </a:t>
            </a:r>
            <a:r>
              <a:rPr lang="en-US" dirty="0" err="1">
                <a:latin typeface="Times New Roman" panose="02020603050405020304" pitchFamily="18" charset="0"/>
                <a:cs typeface="Times New Roman" panose="02020603050405020304" pitchFamily="18" charset="0"/>
              </a:rPr>
              <a:t>Elbasi</a:t>
            </a:r>
            <a:r>
              <a:rPr lang="en-US" dirty="0">
                <a:latin typeface="Times New Roman" panose="02020603050405020304" pitchFamily="18" charset="0"/>
                <a:cs typeface="Times New Roman" panose="02020603050405020304" pitchFamily="18" charset="0"/>
              </a:rPr>
              <a:t>, “MFCC feature improvement for environmental sound classification,” </a:t>
            </a:r>
            <a:r>
              <a:rPr lang="en-US" i="1" dirty="0">
                <a:latin typeface="Times New Roman" panose="02020603050405020304" pitchFamily="18" charset="0"/>
                <a:cs typeface="Times New Roman" panose="02020603050405020304" pitchFamily="18" charset="0"/>
              </a:rPr>
              <a:t>IEEE Access</a:t>
            </a:r>
            <a:r>
              <a:rPr lang="en-US" dirty="0">
                <a:latin typeface="Times New Roman" panose="02020603050405020304" pitchFamily="18" charset="0"/>
                <a:cs typeface="Times New Roman" panose="02020603050405020304" pitchFamily="18" charset="0"/>
              </a:rPr>
              <a:t>, vol. 9, pp. 99810–99820, 2021.</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[12] B. Buchler and A. Feit, “Real-time volume adaptation for safe media playback,” </a:t>
            </a:r>
            <a:r>
              <a:rPr lang="en-US" i="1" dirty="0">
                <a:latin typeface="Times New Roman" panose="02020603050405020304" pitchFamily="18" charset="0"/>
                <a:cs typeface="Times New Roman" panose="02020603050405020304" pitchFamily="18" charset="0"/>
              </a:rPr>
              <a:t>IEEE Trans. Hum. Mach. Syst.</a:t>
            </a:r>
            <a:r>
              <a:rPr lang="en-US" dirty="0">
                <a:latin typeface="Times New Roman" panose="02020603050405020304" pitchFamily="18" charset="0"/>
                <a:cs typeface="Times New Roman" panose="02020603050405020304" pitchFamily="18" charset="0"/>
              </a:rPr>
              <a:t>, vol. 50, no. 5, pp. 429–438, 2020.</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[13] W. Lee and S. Kim, “Directional auditory cues for spatial awareness in wearable devices,” </a:t>
            </a:r>
            <a:r>
              <a:rPr lang="en-US" i="1" dirty="0">
                <a:latin typeface="Times New Roman" panose="02020603050405020304" pitchFamily="18" charset="0"/>
                <a:cs typeface="Times New Roman" panose="02020603050405020304" pitchFamily="18" charset="0"/>
              </a:rPr>
              <a:t>IEEE Trans. Mobile </a:t>
            </a:r>
            <a:r>
              <a:rPr lang="en-US" i="1" dirty="0" err="1">
                <a:latin typeface="Times New Roman" panose="02020603050405020304" pitchFamily="18" charset="0"/>
                <a:cs typeface="Times New Roman" panose="02020603050405020304" pitchFamily="18" charset="0"/>
              </a:rPr>
              <a:t>Comput</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vol. 19, no. 8, pp. 1766–1779, 2020.</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[14] D. Lakshman and H. Roy, “Urban acoustic scene analysis using deep recurrent networks,” in </a:t>
            </a:r>
            <a:r>
              <a:rPr lang="en-US" i="1" dirty="0">
                <a:latin typeface="Times New Roman" panose="02020603050405020304" pitchFamily="18" charset="0"/>
                <a:cs typeface="Times New Roman" panose="02020603050405020304" pitchFamily="18" charset="0"/>
              </a:rPr>
              <a:t>Proc. IEEE </a:t>
            </a:r>
            <a:r>
              <a:rPr lang="en-US" i="1" dirty="0" err="1">
                <a:latin typeface="Times New Roman" panose="02020603050405020304" pitchFamily="18" charset="0"/>
                <a:cs typeface="Times New Roman" panose="02020603050405020304" pitchFamily="18" charset="0"/>
              </a:rPr>
              <a:t>BigData</a:t>
            </a:r>
            <a:r>
              <a:rPr lang="en-US" dirty="0">
                <a:latin typeface="Times New Roman" panose="02020603050405020304" pitchFamily="18" charset="0"/>
                <a:cs typeface="Times New Roman" panose="02020603050405020304" pitchFamily="18" charset="0"/>
              </a:rPr>
              <a:t>, Seattle, WA, USA, pp. 3412–3420, 2019.</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[15] S. Zhang, “Real-time audio hazard detection for pedestrian safety,” </a:t>
            </a:r>
            <a:r>
              <a:rPr lang="en-US" i="1" dirty="0">
                <a:latin typeface="Times New Roman" panose="02020603050405020304" pitchFamily="18" charset="0"/>
                <a:cs typeface="Times New Roman" panose="02020603050405020304" pitchFamily="18" charset="0"/>
              </a:rPr>
              <a:t>IEEE Internet Things J.</a:t>
            </a:r>
            <a:r>
              <a:rPr lang="en-US" dirty="0">
                <a:latin typeface="Times New Roman" panose="02020603050405020304" pitchFamily="18" charset="0"/>
                <a:cs typeface="Times New Roman" panose="02020603050405020304" pitchFamily="18" charset="0"/>
              </a:rPr>
              <a:t>, vol. 8, no. 12, pp. 10241–10250, 2021.</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2FBC4DD-1846-45FB-BFCB-B8357CA78A34}" type="slidenum">
              <a:rPr lang="en-IN" smtClean="0"/>
            </a:fld>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2FBC4DD-1846-45FB-BFCB-B8357CA78A34}" type="slidenum">
              <a:rPr lang="en-IN" smtClean="0"/>
            </a:fld>
            <a:endParaRPr lang="en-IN"/>
          </a:p>
        </p:txBody>
      </p:sp>
      <p:sp>
        <p:nvSpPr>
          <p:cNvPr id="3" name="Rectangle 2"/>
          <p:cNvSpPr/>
          <p:nvPr/>
        </p:nvSpPr>
        <p:spPr>
          <a:xfrm>
            <a:off x="1250303" y="2369976"/>
            <a:ext cx="8124964" cy="923330"/>
          </a:xfrm>
          <a:prstGeom prst="rect">
            <a:avLst/>
          </a:prstGeom>
          <a:noFill/>
        </p:spPr>
        <p:txBody>
          <a:bodyPr wrap="squar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cademic presentation template_KCT 202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18MDS012</Template>
  <TotalTime>0</TotalTime>
  <Words>14360</Words>
  <Application>WPS Presentation</Application>
  <PresentationFormat>Widescreen</PresentationFormat>
  <Paragraphs>401</Paragraphs>
  <Slides>32</Slides>
  <Notes>0</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32</vt:i4>
      </vt:variant>
    </vt:vector>
  </HeadingPairs>
  <TitlesOfParts>
    <vt:vector size="51" baseType="lpstr">
      <vt:lpstr>Arial</vt:lpstr>
      <vt:lpstr>SimSun</vt:lpstr>
      <vt:lpstr>Wingdings</vt:lpstr>
      <vt:lpstr>Arial</vt:lpstr>
      <vt:lpstr>Montserrat</vt:lpstr>
      <vt:lpstr>Segoe Print</vt:lpstr>
      <vt:lpstr>Calibri</vt:lpstr>
      <vt:lpstr>Montserrat</vt:lpstr>
      <vt:lpstr>Calibri</vt:lpstr>
      <vt:lpstr>Wingdings 3</vt:lpstr>
      <vt:lpstr>Times New Roman</vt:lpstr>
      <vt:lpstr>Aptos</vt:lpstr>
      <vt:lpstr>Segoe UI</vt:lpstr>
      <vt:lpstr>Microsoft YaHei</vt:lpstr>
      <vt:lpstr>Arial Unicode MS</vt:lpstr>
      <vt:lpstr>Trebuchet MS</vt:lpstr>
      <vt:lpstr>Simple Light</vt:lpstr>
      <vt:lpstr>Academic presentation template_KCT 2020</vt:lpstr>
      <vt:lpstr>Facet</vt:lpstr>
      <vt:lpstr>PowerPoint 演示文稿</vt:lpstr>
      <vt:lpstr>Overview</vt:lpstr>
      <vt:lpstr>Objective</vt:lpstr>
      <vt:lpstr>Introduction</vt:lpstr>
      <vt:lpstr>Literature Survey</vt:lpstr>
      <vt:lpstr>PowerPoint 演示文稿</vt:lpstr>
      <vt:lpstr>PowerPoint 演示文稿</vt:lpstr>
      <vt:lpstr>PowerPoint 演示文稿</vt:lpstr>
      <vt:lpstr>PowerPoint 演示文稿</vt:lpstr>
      <vt:lpstr>Existing System</vt:lpstr>
      <vt:lpstr>Proposed System</vt:lpstr>
      <vt:lpstr>System Architecture</vt:lpstr>
      <vt:lpstr>Modules</vt:lpstr>
      <vt:lpstr>Module 1 – Audio Acquisition Module</vt:lpstr>
      <vt:lpstr>Module 2 – Preprocessing and Noise Reduction Module</vt:lpstr>
      <vt:lpstr>Module 3 – Feature Extraction Module </vt:lpstr>
      <vt:lpstr>Module 4 – Sound Classification Module</vt:lpstr>
      <vt:lpstr>Module 5 – Directional Estimation Module </vt:lpstr>
      <vt:lpstr>Module 6 – Event Decision &amp; Alert Module</vt:lpstr>
      <vt:lpstr>Output</vt:lpstr>
      <vt:lpstr>PowerPoint 演示文稿</vt:lpstr>
      <vt:lpstr>PowerPoint 演示文稿</vt:lpstr>
      <vt:lpstr>PowerPoint 演示文稿</vt:lpstr>
      <vt:lpstr>PowerPoint 演示文稿</vt:lpstr>
      <vt:lpstr>PowerPoint 演示文稿</vt:lpstr>
      <vt:lpstr>PowerPoint 演示文稿</vt:lpstr>
      <vt:lpstr>Conclusion</vt:lpstr>
      <vt:lpstr>Future Enhancement</vt:lpstr>
      <vt:lpstr>References</vt:lpstr>
      <vt:lpstr>References</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Bernish L H</cp:lastModifiedBy>
  <cp:revision>4</cp:revision>
  <dcterms:created xsi:type="dcterms:W3CDTF">2024-02-19T13:15:00Z</dcterms:created>
  <dcterms:modified xsi:type="dcterms:W3CDTF">2026-10-13T10:48:12Z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3C14296077B847FC8D39F0DC52A0A115_13</vt:lpwstr>
  </property>
  <property fmtid="{D5CDD505-2E9C-101B-9397-08002B2CF9AE}" pid="3" name="KSOProductBuildVer">
    <vt:lpwstr>2057-12.2.0.23206</vt:lpwstr>
  </property>
</Properties>
</file>